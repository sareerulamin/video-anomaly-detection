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CAB-C0DA-C579-014E-7FC5D7D8C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3F8AB-FE1A-9D82-F9E0-FA2B44B28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92BC-3FA2-576C-7BCC-23076E10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CAC1-D3B7-93AF-52CF-D20961FA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0179-E52A-617A-C468-D25EF39D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7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7EA4-F7AE-B97E-AE63-6DCBA1C1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98BA-5F08-C5F7-7EA9-D3FB0203B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A54D2-D40A-8F09-AF6E-B9B1724A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A29DF-81DB-DA41-48BA-ADB59687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C0FE4-6182-6F91-0C7D-A2E695BD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8444-B50C-3594-9C3B-7EA49787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D6644-B533-52D3-F731-152F13DF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DDCAD-B604-34C0-AED1-6913E644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BC919-1946-9E85-0346-D552F3DE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1545A-4EC6-3902-AF1C-2BC39F45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1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7108-B616-8B46-E4EF-97E439E8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09F1-C01B-5876-1EBF-DAF0B496B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CE830-DCF9-E717-F1B2-70CEA0B2B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231C6-10FF-02BE-615E-F2C9C397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13DDC-56F1-22C9-A05A-F47D2C5E6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C97A-D45E-787A-C0CE-782C840B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4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BF27-B106-BF1F-22B1-7AB5D194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AEBF2-398D-9FDF-1093-3306B17E2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7EABC-2F8D-6B49-EB69-E0EB96E93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1348-DF65-54DC-6C2A-6EB323AAC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71537-E3EB-9C51-3371-470434FA6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E2E08-CB04-4959-21BC-394B15D8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C28A0-1B95-4C32-E4B9-CF6C5D8A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9856F-2630-AED0-73AF-0251D4D8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2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C8AA-15A6-066F-E5C4-ABDD1622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3ACF4-65DD-A470-ADB9-874ED136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BDDBF-8DB6-21D9-6F75-6A0D382A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9B778-59E2-098B-3D5F-0D0DD331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9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637A0-D740-F66D-2A1B-CE82B5FD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785C-FB9B-606D-DA62-87371DB3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7E8BD-7E78-880C-C675-60A8F473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4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72C6-657E-B7A0-A834-BF526AE6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34FF-0742-5C34-357A-401B73CB8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634F3-BFFE-492C-B958-873BB009E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F4A38-8DDB-0A5F-B8F3-48A2002C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08E58-F120-6A25-95D4-3FE2D7D9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13772-D920-DB2A-16B7-2CB9D0DC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2EE1-ED07-9B3E-9E62-8559630A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8BB6C-87D2-B51E-6116-C66311D37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8E6DD-1754-D565-34CC-5A3235FF2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02C2C-0242-0BF8-1EDD-614F25D5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7446D-6958-D108-768F-5283597C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A113A-B370-3668-F3BB-BBE079AD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048C-7CDD-7F52-999F-85EED7B6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CD5C5-BE7A-E7E4-118B-88496D541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37051-7CEE-1BEB-BB5C-5C18DFD5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4FD5-4EF9-F09F-BDFA-E268A065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7160-CB72-DBFA-648F-ACB36E73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6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BB2C5-45D0-D388-2D38-B325E2370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D4098-A81B-3C70-9C19-96336DAA1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608FD-739A-820C-A0F2-01635FF6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AA074-53A4-7DF0-C245-3A46B6CA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5F3C-3DD1-465A-458B-5C7764D7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7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E4FF15-9643-0130-5D19-D0A06C24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29696-D535-A7E8-890E-26E3828C7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382AE-D96E-5594-4FED-C447A3E67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10A0A-D548-4CD7-92FE-2540C1E4C024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823FF-D6D5-D11A-AD97-2B6D622A8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5CBCD-4BB5-247B-0A68-F1FD89F25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E8D2-B9FA-429E-A2D6-CED3B48EB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2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50C7B7C-50D5-C3C5-D8C4-5224BBDBB8BC}"/>
              </a:ext>
            </a:extLst>
          </p:cNvPr>
          <p:cNvGrpSpPr/>
          <p:nvPr/>
        </p:nvGrpSpPr>
        <p:grpSpPr>
          <a:xfrm>
            <a:off x="2133601" y="695739"/>
            <a:ext cx="7341704" cy="5830957"/>
            <a:chOff x="2133601" y="695739"/>
            <a:chExt cx="7341704" cy="5830957"/>
          </a:xfrm>
        </p:grpSpPr>
        <p:pic>
          <p:nvPicPr>
            <p:cNvPr id="3" name="Picture 2" descr="A graph of a blue and red line&#10;&#10;Description automatically generated">
              <a:extLst>
                <a:ext uri="{FF2B5EF4-FFF2-40B4-BE49-F238E27FC236}">
                  <a16:creationId xmlns:a16="http://schemas.microsoft.com/office/drawing/2014/main" id="{86590147-7A15-3FCD-65F1-8968F89D34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78" t="10144" r="12285" b="4830"/>
            <a:stretch/>
          </p:blipFill>
          <p:spPr>
            <a:xfrm>
              <a:off x="2133601" y="695739"/>
              <a:ext cx="7341704" cy="5830957"/>
            </a:xfrm>
            <a:prstGeom prst="rect">
              <a:avLst/>
            </a:prstGeom>
          </p:spPr>
        </p:pic>
        <p:pic>
          <p:nvPicPr>
            <p:cNvPr id="4" name="Picture 3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D9D1DA3C-5AAE-1D4A-0FAA-209D7010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9774" y="1625263"/>
              <a:ext cx="2275413" cy="1516941"/>
            </a:xfrm>
            <a:prstGeom prst="rect">
              <a:avLst/>
            </a:prstGeom>
          </p:spPr>
        </p:pic>
        <p:pic>
          <p:nvPicPr>
            <p:cNvPr id="5" name="Picture 4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C843B3B9-FFBB-BAF2-C29F-CCDD97794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9773" y="3314916"/>
              <a:ext cx="2275414" cy="1516942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866E078-7581-43AE-C8C5-701D1386F625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5675187" y="1557130"/>
              <a:ext cx="1427978" cy="8266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E314840-A8B1-0ABA-DF3B-C1104290C069}"/>
                </a:ext>
              </a:extLst>
            </p:cNvPr>
            <p:cNvCxnSpPr/>
            <p:nvPr/>
          </p:nvCxnSpPr>
          <p:spPr>
            <a:xfrm>
              <a:off x="5675187" y="4073387"/>
              <a:ext cx="420812" cy="98231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835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9BF7DED-6DF1-51F3-9175-B55DFB4EB3A5}"/>
              </a:ext>
            </a:extLst>
          </p:cNvPr>
          <p:cNvGrpSpPr/>
          <p:nvPr/>
        </p:nvGrpSpPr>
        <p:grpSpPr>
          <a:xfrm>
            <a:off x="1615906" y="0"/>
            <a:ext cx="8960187" cy="6858000"/>
            <a:chOff x="1615906" y="0"/>
            <a:chExt cx="8960187" cy="6858000"/>
          </a:xfrm>
        </p:grpSpPr>
        <p:pic>
          <p:nvPicPr>
            <p:cNvPr id="3" name="Picture 2" descr="A graph of a blue and red line&#10;&#10;Description automatically generated">
              <a:extLst>
                <a:ext uri="{FF2B5EF4-FFF2-40B4-BE49-F238E27FC236}">
                  <a16:creationId xmlns:a16="http://schemas.microsoft.com/office/drawing/2014/main" id="{B422C395-A23B-8D1B-9932-5142C79F2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5906" y="0"/>
              <a:ext cx="8960187" cy="6858000"/>
            </a:xfrm>
            <a:prstGeom prst="rect">
              <a:avLst/>
            </a:prstGeom>
          </p:spPr>
        </p:pic>
        <p:pic>
          <p:nvPicPr>
            <p:cNvPr id="4" name="Picture 3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446DFA19-8A27-7356-BBA7-B9B3B9A51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662" y="2754754"/>
              <a:ext cx="2266950" cy="1504950"/>
            </a:xfrm>
            <a:prstGeom prst="rect">
              <a:avLst/>
            </a:prstGeom>
          </p:spPr>
        </p:pic>
        <p:pic>
          <p:nvPicPr>
            <p:cNvPr id="5" name="Picture 4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07A03C81-9554-7BBB-F3D9-2A0BC5E50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662" y="1093347"/>
              <a:ext cx="2266950" cy="150495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CEFFFDA-18ED-0C3E-1CA4-1FAEEF3D00D1}"/>
                </a:ext>
              </a:extLst>
            </p:cNvPr>
            <p:cNvCxnSpPr/>
            <p:nvPr/>
          </p:nvCxnSpPr>
          <p:spPr>
            <a:xfrm flipH="1" flipV="1">
              <a:off x="4101548" y="1543878"/>
              <a:ext cx="2579114" cy="3019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E13765-197C-079C-9465-1661D16F2410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7814137" y="4259704"/>
              <a:ext cx="117289" cy="7893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671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33381A5-8F29-1313-D84B-CDF9B89CDB68}"/>
              </a:ext>
            </a:extLst>
          </p:cNvPr>
          <p:cNvGrpSpPr/>
          <p:nvPr/>
        </p:nvGrpSpPr>
        <p:grpSpPr>
          <a:xfrm>
            <a:off x="1615906" y="0"/>
            <a:ext cx="8960187" cy="6858000"/>
            <a:chOff x="1615906" y="0"/>
            <a:chExt cx="8960187" cy="6858000"/>
          </a:xfrm>
        </p:grpSpPr>
        <p:pic>
          <p:nvPicPr>
            <p:cNvPr id="3" name="Picture 2" descr="A graph of a frame number&#10;&#10;Description automatically generated">
              <a:extLst>
                <a:ext uri="{FF2B5EF4-FFF2-40B4-BE49-F238E27FC236}">
                  <a16:creationId xmlns:a16="http://schemas.microsoft.com/office/drawing/2014/main" id="{22E689B5-C7D8-AC52-5390-D84E30B80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5906" y="0"/>
              <a:ext cx="8960187" cy="6858000"/>
            </a:xfrm>
            <a:prstGeom prst="rect">
              <a:avLst/>
            </a:prstGeom>
          </p:spPr>
        </p:pic>
        <p:pic>
          <p:nvPicPr>
            <p:cNvPr id="4" name="Picture 3" descr="A group of people walking in a building&#10;&#10;Description automatically generated">
              <a:extLst>
                <a:ext uri="{FF2B5EF4-FFF2-40B4-BE49-F238E27FC236}">
                  <a16:creationId xmlns:a16="http://schemas.microsoft.com/office/drawing/2014/main" id="{BF12A9D1-785A-DC96-25C8-F83046CE2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9267" y="2626160"/>
              <a:ext cx="1891724" cy="1102098"/>
            </a:xfrm>
            <a:prstGeom prst="rect">
              <a:avLst/>
            </a:prstGeom>
          </p:spPr>
        </p:pic>
        <p:pic>
          <p:nvPicPr>
            <p:cNvPr id="5" name="Picture 4" descr="People walking in a building&#10;&#10;Description automatically generated">
              <a:extLst>
                <a:ext uri="{FF2B5EF4-FFF2-40B4-BE49-F238E27FC236}">
                  <a16:creationId xmlns:a16="http://schemas.microsoft.com/office/drawing/2014/main" id="{63FB5A84-B76C-81CC-5D32-955844CB3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9267" y="1392628"/>
              <a:ext cx="1891724" cy="110209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0BBFB8E-DF59-8532-63DA-29FD3FF79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0991" y="1550504"/>
              <a:ext cx="390939" cy="3931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59E842A-BC7D-1548-44C5-6C6D4CE0F265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4335129" y="3728258"/>
              <a:ext cx="230245" cy="108890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402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218CAD7-C755-7391-D8D5-5100BC0AE6D0}"/>
              </a:ext>
            </a:extLst>
          </p:cNvPr>
          <p:cNvGrpSpPr/>
          <p:nvPr/>
        </p:nvGrpSpPr>
        <p:grpSpPr>
          <a:xfrm>
            <a:off x="-661917" y="1207827"/>
            <a:ext cx="12426287" cy="4136166"/>
            <a:chOff x="-661917" y="1207827"/>
            <a:chExt cx="12426287" cy="413616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DD0225-AA56-BF9B-1318-7082C8C80FE3}"/>
                </a:ext>
              </a:extLst>
            </p:cNvPr>
            <p:cNvSpPr/>
            <p:nvPr/>
          </p:nvSpPr>
          <p:spPr>
            <a:xfrm>
              <a:off x="-661917" y="1207827"/>
              <a:ext cx="12426287" cy="41361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graph showing a graph of a line and a picture of a person walking&#10;&#10;Description automatically generated with medium confidence">
              <a:extLst>
                <a:ext uri="{FF2B5EF4-FFF2-40B4-BE49-F238E27FC236}">
                  <a16:creationId xmlns:a16="http://schemas.microsoft.com/office/drawing/2014/main" id="{E2AB5CA7-2E6F-09D6-DD2F-708FF40451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27" t="11205" r="11874" b="4884"/>
            <a:stretch/>
          </p:blipFill>
          <p:spPr>
            <a:xfrm>
              <a:off x="7567796" y="1357055"/>
              <a:ext cx="4061132" cy="3209928"/>
            </a:xfrm>
            <a:prstGeom prst="rect">
              <a:avLst/>
            </a:prstGeom>
          </p:spPr>
        </p:pic>
        <p:pic>
          <p:nvPicPr>
            <p:cNvPr id="5" name="Picture 4" descr="A graph of a path with a line graph&#10;&#10;Description automatically generated with medium confidence">
              <a:extLst>
                <a:ext uri="{FF2B5EF4-FFF2-40B4-BE49-F238E27FC236}">
                  <a16:creationId xmlns:a16="http://schemas.microsoft.com/office/drawing/2014/main" id="{4B926767-BA3B-948F-112B-F9F963F657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51" t="11181" r="13586" b="4860"/>
            <a:stretch/>
          </p:blipFill>
          <p:spPr>
            <a:xfrm>
              <a:off x="3555352" y="1354835"/>
              <a:ext cx="4012444" cy="3212148"/>
            </a:xfrm>
            <a:prstGeom prst="rect">
              <a:avLst/>
            </a:prstGeom>
          </p:spPr>
        </p:pic>
        <p:pic>
          <p:nvPicPr>
            <p:cNvPr id="7" name="Picture 6" descr="A graph of a graph showing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5C841E5C-70A8-00E2-21A0-4091AD2AF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9" t="11326" r="13387" b="4734"/>
            <a:stretch/>
          </p:blipFill>
          <p:spPr>
            <a:xfrm>
              <a:off x="-522264" y="1354835"/>
              <a:ext cx="4061132" cy="320992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437B8E-F37A-8E2D-3F4D-AB7030341719}"/>
                </a:ext>
              </a:extLst>
            </p:cNvPr>
            <p:cNvSpPr txBox="1"/>
            <p:nvPr/>
          </p:nvSpPr>
          <p:spPr>
            <a:xfrm>
              <a:off x="1262418" y="4756477"/>
              <a:ext cx="996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(a)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7039C0-4857-F1F2-CE86-2C5E48078334}"/>
                </a:ext>
              </a:extLst>
            </p:cNvPr>
            <p:cNvSpPr txBox="1"/>
            <p:nvPr/>
          </p:nvSpPr>
          <p:spPr>
            <a:xfrm>
              <a:off x="9310063" y="4766059"/>
              <a:ext cx="996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(c)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EB455D-4AC6-DE10-6AC6-235BCDE53B3B}"/>
                </a:ext>
              </a:extLst>
            </p:cNvPr>
            <p:cNvSpPr txBox="1"/>
            <p:nvPr/>
          </p:nvSpPr>
          <p:spPr>
            <a:xfrm>
              <a:off x="5306708" y="4760792"/>
              <a:ext cx="996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779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14626</TotalTime>
  <Words>9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SAREER ULAMIN</dc:creator>
  <cp:lastModifiedBy>SAREER ULAMIN</cp:lastModifiedBy>
  <cp:revision>5</cp:revision>
  <dcterms:created xsi:type="dcterms:W3CDTF">2023-09-15T08:18:35Z</dcterms:created>
  <dcterms:modified xsi:type="dcterms:W3CDTF">2023-09-27T06:54:29Z</dcterms:modified>
</cp:coreProperties>
</file>