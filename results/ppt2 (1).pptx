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  <p:sldId id="267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AAA1"/>
    <a:srgbClr val="1B9DED"/>
    <a:srgbClr val="9A9B5D"/>
    <a:srgbClr val="5AF0F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389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2E5CF-C3C7-BC72-A4FA-BC902C9D64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2A4AF-E613-0C6F-85C4-624842CCD2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0713-3169-B543-F3EA-13E70B80F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DBE8F-DE40-4BD7-ACB8-1D98C753E729}" type="datetimeFigureOut">
              <a:rPr lang="ko-KR" altLang="en-US" smtClean="0"/>
              <a:t>2023-10-27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4B56B-E955-90B2-1298-BBF9E512C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09F34-62D9-C057-76ED-378978ECA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2B956-ED86-48AE-884C-03762BB52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454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C7C7B-B8D8-EBB0-A271-EF35AB29E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ED387-A439-389E-C2E5-EEFA5CC62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2A8DA-9FDA-9FCB-874F-F14F31803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DBE8F-DE40-4BD7-ACB8-1D98C753E729}" type="datetimeFigureOut">
              <a:rPr lang="ko-KR" altLang="en-US" smtClean="0"/>
              <a:t>2023-10-27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F0A3-9563-0199-0640-9D74FBA2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C0C44-9D55-5EB7-485B-A668F1EB5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2B956-ED86-48AE-884C-03762BB52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954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F1450-2269-D884-54A9-0349CBFA3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6C4D3-7E9E-7284-B3FB-867561127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5B8CC-D222-81FA-7EFE-23B032147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DBE8F-DE40-4BD7-ACB8-1D98C753E729}" type="datetimeFigureOut">
              <a:rPr lang="ko-KR" altLang="en-US" smtClean="0"/>
              <a:t>2023-10-27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6C1A0-BDBD-2EB8-7603-FAECAD989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45DCE-3AD3-3FBC-C624-56495D48E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2B956-ED86-48AE-884C-03762BB52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3429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551C6-DED0-22B0-CED1-FCDC7A7AE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F0E9F-BBBD-6FBB-4623-251336079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520D1-2385-E4BF-C7F9-29F46F5750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A9D2E-0BE4-5BFE-BB0B-36787B6D4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DBE8F-DE40-4BD7-ACB8-1D98C753E729}" type="datetimeFigureOut">
              <a:rPr lang="ko-KR" altLang="en-US" smtClean="0"/>
              <a:t>2023-10-27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06D83-A0FB-6545-C204-5611873B5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6A86D1-93AF-D2B7-7A10-CCD4CA56B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2B956-ED86-48AE-884C-03762BB52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4390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13B46-4937-F9FA-F1BD-AEA7417F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F2E98-5823-6CAE-5763-E137F7989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F9EB0B-1134-4A75-34A7-82AA1E021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59D3B2-797B-1769-13DC-7E92328CA1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F1F84E-703B-31D1-B245-B8A6BF4100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C9BFA7-CB9F-F05E-01F0-FF6FA99D2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DBE8F-DE40-4BD7-ACB8-1D98C753E729}" type="datetimeFigureOut">
              <a:rPr lang="ko-KR" altLang="en-US" smtClean="0"/>
              <a:t>2023-10-27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EA68F3-6F47-FFC7-FC4E-C14610443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B7A137-38C9-2173-57B3-926763E8B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2B956-ED86-48AE-884C-03762BB52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864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5E19F-F89D-7508-906A-F09DCD11C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CB753F-5A95-C5F6-1284-A83AA464C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DBE8F-DE40-4BD7-ACB8-1D98C753E729}" type="datetimeFigureOut">
              <a:rPr lang="ko-KR" altLang="en-US" smtClean="0"/>
              <a:t>2023-10-27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D6E4C4-4133-266A-D745-1EFB7C85E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4198AC-F4DA-F200-C7D3-36FB5F4F4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2B956-ED86-48AE-884C-03762BB52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74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247B58-08D3-CB07-0640-95D52CAE5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DBE8F-DE40-4BD7-ACB8-1D98C753E729}" type="datetimeFigureOut">
              <a:rPr lang="ko-KR" altLang="en-US" smtClean="0"/>
              <a:t>2023-10-27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AA278D-D358-A593-E9D5-60E09F036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98DB5-C1B5-787A-2F03-284BB6AE8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2B956-ED86-48AE-884C-03762BB52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0947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29B08-DEB8-D2AF-08F9-E1EB57F09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AEC93-3F64-C1DD-B3F3-466443679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419439-A8B0-87A5-53B4-9FC6C47C44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96D607-99BF-E440-0B25-1E36D4CB4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DBE8F-DE40-4BD7-ACB8-1D98C753E729}" type="datetimeFigureOut">
              <a:rPr lang="ko-KR" altLang="en-US" smtClean="0"/>
              <a:t>2023-10-27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29775-61F0-4B97-09FE-CBC04C113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90AFC-B4FE-05DB-518F-3A0DC28BD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2B956-ED86-48AE-884C-03762BB52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4764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477BF-BB0A-0655-E39B-497B25CDC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FC305E-D5A3-22C7-C38F-007FD1BE3E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7D843F-61F8-7DA9-2FA6-F9C197730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1FBD1D-4D43-1B3C-93F4-FD2E1F84C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DBE8F-DE40-4BD7-ACB8-1D98C753E729}" type="datetimeFigureOut">
              <a:rPr lang="ko-KR" altLang="en-US" smtClean="0"/>
              <a:t>2023-10-27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C3A55B-BB85-3C53-5058-C003278A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5B45F4-72C3-5769-975B-1FDC1B2B3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2B956-ED86-48AE-884C-03762BB52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722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C5E03-D9A3-D3F6-2A13-134DCFEB8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CED73F-6A25-F99E-9760-ABB3263B02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5E3C6-E9F2-2B68-1EAF-1D0490372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DBE8F-DE40-4BD7-ACB8-1D98C753E729}" type="datetimeFigureOut">
              <a:rPr lang="ko-KR" altLang="en-US" smtClean="0"/>
              <a:t>2023-10-27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9769A-F95B-4398-B52D-32FB23AAB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01D42-F451-A2B5-C16C-A08574CEC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2B956-ED86-48AE-884C-03762BB52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141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F5ABDF-1287-C3DC-0FFC-739B5AEB79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58E932-0C72-B047-011D-FE8764905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A4A5E-186F-3D6A-85A9-E21298C76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DBE8F-DE40-4BD7-ACB8-1D98C753E729}" type="datetimeFigureOut">
              <a:rPr lang="ko-KR" altLang="en-US" smtClean="0"/>
              <a:t>2023-10-27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E6366-80F8-75F8-EE62-07BCEDF44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AF1A6-DB2D-CD41-6F01-F03F6D0B2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2B956-ED86-48AE-884C-03762BB52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0272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C60DC1-2D3F-5FB8-60E8-B10327DBD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70202-C47E-1691-C5E5-1998C3E09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F6FDC-835D-408C-3AA6-4EEFD38139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DBE8F-DE40-4BD7-ACB8-1D98C753E729}" type="datetimeFigureOut">
              <a:rPr lang="ko-KR" altLang="en-US" smtClean="0"/>
              <a:t>2023-10-27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8E452-B6B6-6B1D-80F2-B14D8AB2A9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DD920-3E6D-9C81-C951-3D979031E4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42B956-ED86-48AE-884C-03762BB52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7455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Group 285">
            <a:extLst>
              <a:ext uri="{FF2B5EF4-FFF2-40B4-BE49-F238E27FC236}">
                <a16:creationId xmlns:a16="http://schemas.microsoft.com/office/drawing/2014/main" id="{F32E84D9-E5FA-E700-51B1-6D4FFB31A034}"/>
              </a:ext>
            </a:extLst>
          </p:cNvPr>
          <p:cNvGrpSpPr/>
          <p:nvPr/>
        </p:nvGrpSpPr>
        <p:grpSpPr>
          <a:xfrm>
            <a:off x="-1341120" y="609595"/>
            <a:ext cx="14836103" cy="7559320"/>
            <a:chOff x="-1341120" y="609595"/>
            <a:chExt cx="14836103" cy="755932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227BD2F5-10EB-21D5-496F-CCBCC3677A25}"/>
                </a:ext>
              </a:extLst>
            </p:cNvPr>
            <p:cNvSpPr/>
            <p:nvPr/>
          </p:nvSpPr>
          <p:spPr>
            <a:xfrm>
              <a:off x="-152792" y="7289930"/>
              <a:ext cx="305583" cy="288136"/>
            </a:xfrm>
            <a:prstGeom prst="ellipse">
              <a:avLst/>
            </a:prstGeom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DB8C061C-BA80-2FCF-3207-D230568192A7}"/>
                </a:ext>
              </a:extLst>
            </p:cNvPr>
            <p:cNvSpPr/>
            <p:nvPr/>
          </p:nvSpPr>
          <p:spPr>
            <a:xfrm>
              <a:off x="1754194" y="7303602"/>
              <a:ext cx="310828" cy="294326"/>
            </a:xfrm>
            <a:prstGeom prst="ellipse">
              <a:avLst/>
            </a:prstGeom>
            <a:solidFill>
              <a:srgbClr val="9A9B5D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7086608-319C-5451-01E6-B0FE1276FE6A}"/>
                </a:ext>
              </a:extLst>
            </p:cNvPr>
            <p:cNvSpPr/>
            <p:nvPr/>
          </p:nvSpPr>
          <p:spPr>
            <a:xfrm>
              <a:off x="3582602" y="7300597"/>
              <a:ext cx="310828" cy="300336"/>
            </a:xfrm>
            <a:prstGeom prst="ellipse">
              <a:avLst/>
            </a:prstGeom>
            <a:solidFill>
              <a:srgbClr val="1B9D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ABCEDE13-E7DF-5377-7872-DF2846E11184}"/>
                </a:ext>
              </a:extLst>
            </p:cNvPr>
            <p:cNvSpPr/>
            <p:nvPr/>
          </p:nvSpPr>
          <p:spPr>
            <a:xfrm>
              <a:off x="7935114" y="7339727"/>
              <a:ext cx="310828" cy="294326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F7DDA08C-F55E-862F-47B4-B11B4D47859C}"/>
                </a:ext>
              </a:extLst>
            </p:cNvPr>
            <p:cNvSpPr/>
            <p:nvPr/>
          </p:nvSpPr>
          <p:spPr>
            <a:xfrm>
              <a:off x="-149898" y="7820519"/>
              <a:ext cx="302297" cy="287501"/>
            </a:xfrm>
            <a:prstGeom prst="ellipse">
              <a:avLst/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E9BD3363-2305-D859-0F49-3F314F173CFA}"/>
                </a:ext>
              </a:extLst>
            </p:cNvPr>
            <p:cNvSpPr/>
            <p:nvPr/>
          </p:nvSpPr>
          <p:spPr>
            <a:xfrm>
              <a:off x="1746565" y="7821617"/>
              <a:ext cx="310828" cy="29448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8943F105-CCB5-0C5A-BA7F-A49CF93D9C6C}"/>
                </a:ext>
              </a:extLst>
            </p:cNvPr>
            <p:cNvGrpSpPr/>
            <p:nvPr/>
          </p:nvGrpSpPr>
          <p:grpSpPr>
            <a:xfrm>
              <a:off x="-1264920" y="3613783"/>
              <a:ext cx="14758011" cy="2613661"/>
              <a:chOff x="0" y="1449703"/>
              <a:chExt cx="14758011" cy="2613661"/>
            </a:xfrm>
          </p:grpSpPr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1148195B-5C29-C1FD-ACDC-18B704FCDB15}"/>
                  </a:ext>
                </a:extLst>
              </p:cNvPr>
              <p:cNvSpPr/>
              <p:nvPr/>
            </p:nvSpPr>
            <p:spPr>
              <a:xfrm>
                <a:off x="8046713" y="1609722"/>
                <a:ext cx="647702" cy="2186943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Batch Normalization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b, n,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120, 160, 48]</a:t>
                </a:r>
              </a:p>
            </p:txBody>
          </p:sp>
          <p:sp>
            <p:nvSpPr>
              <p:cNvPr id="120" name="Rectangle: Diagonal Corners Rounded 119">
                <a:extLst>
                  <a:ext uri="{FF2B5EF4-FFF2-40B4-BE49-F238E27FC236}">
                    <a16:creationId xmlns:a16="http://schemas.microsoft.com/office/drawing/2014/main" id="{50125AFE-1539-2C4D-0F9D-43824BDEEA1B}"/>
                  </a:ext>
                </a:extLst>
              </p:cNvPr>
              <p:cNvSpPr/>
              <p:nvPr/>
            </p:nvSpPr>
            <p:spPr>
              <a:xfrm>
                <a:off x="7372345" y="1609723"/>
                <a:ext cx="647702" cy="2186943"/>
              </a:xfrm>
              <a:prstGeom prst="round2DiagRect">
                <a:avLst>
                  <a:gd name="adj1" fmla="val 28901"/>
                  <a:gd name="adj2" fmla="val 0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Concat</a:t>
                </a:r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b, n,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120, 160, 48]</a:t>
                </a:r>
              </a:p>
            </p:txBody>
          </p:sp>
          <p:sp>
            <p:nvSpPr>
              <p:cNvPr id="119" name="Rectangle: Top Corners Snipped 118">
                <a:extLst>
                  <a:ext uri="{FF2B5EF4-FFF2-40B4-BE49-F238E27FC236}">
                    <a16:creationId xmlns:a16="http://schemas.microsoft.com/office/drawing/2014/main" id="{5C943607-EED5-FBDC-86E2-3ACA113D9C5D}"/>
                  </a:ext>
                </a:extLst>
              </p:cNvPr>
              <p:cNvSpPr/>
              <p:nvPr/>
            </p:nvSpPr>
            <p:spPr>
              <a:xfrm rot="16200000">
                <a:off x="5928357" y="2379344"/>
                <a:ext cx="2186942" cy="647701"/>
              </a:xfrm>
              <a:prstGeom prst="snip2SameRect">
                <a:avLst>
                  <a:gd name="adj1" fmla="val 26648"/>
                  <a:gd name="adj2" fmla="val 28088"/>
                </a:avLst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Conv3DT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b, n,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120, 160, 16]</a:t>
                </a:r>
              </a:p>
            </p:txBody>
          </p:sp>
          <p:sp>
            <p:nvSpPr>
              <p:cNvPr id="118" name="Rectangle: Top Corners Snipped 117">
                <a:extLst>
                  <a:ext uri="{FF2B5EF4-FFF2-40B4-BE49-F238E27FC236}">
                    <a16:creationId xmlns:a16="http://schemas.microsoft.com/office/drawing/2014/main" id="{DA6FCDE4-4E7C-57A9-FF39-DF6E3E49CEB0}"/>
                  </a:ext>
                </a:extLst>
              </p:cNvPr>
              <p:cNvSpPr/>
              <p:nvPr/>
            </p:nvSpPr>
            <p:spPr>
              <a:xfrm rot="16200000">
                <a:off x="5257800" y="2379344"/>
                <a:ext cx="2186941" cy="647700"/>
              </a:xfrm>
              <a:prstGeom prst="snip2SameRect">
                <a:avLst>
                  <a:gd name="adj1" fmla="val 0"/>
                  <a:gd name="adj2" fmla="val 28824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Conv3D</a:t>
                </a:r>
                <a:r>
                  <a:rPr lang="en-US" dirty="0">
                    <a:solidFill>
                      <a:schemeClr val="tx1"/>
                    </a:solidFill>
                  </a:rPr>
                  <a:t>, 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b, n,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60, 80, 32]</a:t>
                </a:r>
              </a:p>
            </p:txBody>
          </p:sp>
          <p:sp>
            <p:nvSpPr>
              <p:cNvPr id="117" name="Rectangle: Top Corners Snipped 116">
                <a:extLst>
                  <a:ext uri="{FF2B5EF4-FFF2-40B4-BE49-F238E27FC236}">
                    <a16:creationId xmlns:a16="http://schemas.microsoft.com/office/drawing/2014/main" id="{596BECC0-450E-BF35-48B4-1FC8F4145F64}"/>
                  </a:ext>
                </a:extLst>
              </p:cNvPr>
              <p:cNvSpPr/>
              <p:nvPr/>
            </p:nvSpPr>
            <p:spPr>
              <a:xfrm rot="16200000">
                <a:off x="4591050" y="2381252"/>
                <a:ext cx="2186941" cy="647700"/>
              </a:xfrm>
              <a:prstGeom prst="snip2SameRect">
                <a:avLst>
                  <a:gd name="adj1" fmla="val 0"/>
                  <a:gd name="adj2" fmla="val 28824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Conv3D, ReLU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b, n,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120, 160, 32]</a:t>
                </a:r>
              </a:p>
            </p:txBody>
          </p:sp>
          <p:sp>
            <p:nvSpPr>
              <p:cNvPr id="116" name="Rectangle: Rounded Corners 115">
                <a:extLst>
                  <a:ext uri="{FF2B5EF4-FFF2-40B4-BE49-F238E27FC236}">
                    <a16:creationId xmlns:a16="http://schemas.microsoft.com/office/drawing/2014/main" id="{AF38ADF1-EC78-C378-0A40-3E0097A8D4AC}"/>
                  </a:ext>
                </a:extLst>
              </p:cNvPr>
              <p:cNvSpPr/>
              <p:nvPr/>
            </p:nvSpPr>
            <p:spPr>
              <a:xfrm>
                <a:off x="4686298" y="1615440"/>
                <a:ext cx="647700" cy="2186940"/>
              </a:xfrm>
              <a:prstGeom prst="roundRect">
                <a:avLst>
                  <a:gd name="adj" fmla="val 31961"/>
                </a:avLst>
              </a:prstGeom>
              <a:solidFill>
                <a:srgbClr val="1B9DE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Conv3D, ReLU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b, n,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240, 320, 16]</a:t>
                </a:r>
              </a:p>
            </p:txBody>
          </p: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B9769750-9AB6-4DE1-9027-60BA24E4EE57}"/>
                  </a:ext>
                </a:extLst>
              </p:cNvPr>
              <p:cNvGrpSpPr/>
              <p:nvPr/>
            </p:nvGrpSpPr>
            <p:grpSpPr>
              <a:xfrm>
                <a:off x="0" y="1615440"/>
                <a:ext cx="1318260" cy="2189480"/>
                <a:chOff x="0" y="1615440"/>
                <a:chExt cx="1318260" cy="2189480"/>
              </a:xfrm>
            </p:grpSpPr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C327A00A-8B97-9A16-7601-2AAEA7E9F412}"/>
                    </a:ext>
                  </a:extLst>
                </p:cNvPr>
                <p:cNvSpPr/>
                <p:nvPr/>
              </p:nvSpPr>
              <p:spPr>
                <a:xfrm>
                  <a:off x="0" y="1615440"/>
                  <a:ext cx="647700" cy="2186940"/>
                </a:xfrm>
                <a:prstGeom prst="rect">
                  <a:avLst/>
                </a:prstGeom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5D</a:t>
                  </a:r>
                  <a:r>
                    <a:rPr lang="en-US" dirty="0">
                      <a:solidFill>
                        <a:schemeClr val="tx1"/>
                      </a:solidFill>
                    </a:rPr>
                    <a:t> </a:t>
                  </a:r>
                  <a:r>
                    <a:rPr lang="en-US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Input</a:t>
                  </a:r>
                </a:p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[</a:t>
                  </a:r>
                  <a:r>
                    <a:rPr lang="en-US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b, n</a:t>
                  </a:r>
                  <a:r>
                    <a:rPr lang="en-US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240, 320, 3]</a:t>
                  </a: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E729FA16-C016-3255-E059-68851477C4C3}"/>
                    </a:ext>
                  </a:extLst>
                </p:cNvPr>
                <p:cNvSpPr/>
                <p:nvPr/>
              </p:nvSpPr>
              <p:spPr>
                <a:xfrm>
                  <a:off x="670560" y="1617980"/>
                  <a:ext cx="647700" cy="2186940"/>
                </a:xfrm>
                <a:prstGeom prst="rect">
                  <a:avLst/>
                </a:prstGeom>
                <a:solidFill>
                  <a:srgbClr val="9A9B5D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Input Layer</a:t>
                  </a:r>
                </a:p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[</a:t>
                  </a:r>
                  <a:r>
                    <a:rPr lang="en-US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b, n,</a:t>
                  </a:r>
                  <a:r>
                    <a:rPr lang="en-US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240, 320, 3]</a:t>
                  </a:r>
                </a:p>
              </p:txBody>
            </p:sp>
            <p:sp>
              <p:nvSpPr>
                <p:cNvPr id="36" name="Arrow: Right 35">
                  <a:extLst>
                    <a:ext uri="{FF2B5EF4-FFF2-40B4-BE49-F238E27FC236}">
                      <a16:creationId xmlns:a16="http://schemas.microsoft.com/office/drawing/2014/main" id="{55802CC9-82B7-D570-8414-D567CD711E05}"/>
                    </a:ext>
                  </a:extLst>
                </p:cNvPr>
                <p:cNvSpPr/>
                <p:nvPr/>
              </p:nvSpPr>
              <p:spPr>
                <a:xfrm>
                  <a:off x="624840" y="2651760"/>
                  <a:ext cx="102870" cy="102870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26642BB9-E393-0DFD-6365-63D0B57E2125}"/>
                  </a:ext>
                </a:extLst>
              </p:cNvPr>
              <p:cNvSpPr/>
              <p:nvPr/>
            </p:nvSpPr>
            <p:spPr>
              <a:xfrm>
                <a:off x="1341120" y="1615440"/>
                <a:ext cx="647700" cy="2186940"/>
              </a:xfrm>
              <a:prstGeom prst="roundRect">
                <a:avLst>
                  <a:gd name="adj" fmla="val 31961"/>
                </a:avLst>
              </a:prstGeom>
              <a:solidFill>
                <a:srgbClr val="1B9DE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Conv3D, ReLU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b, n,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240, 320, 16]</a:t>
                </a:r>
              </a:p>
            </p:txBody>
          </p:sp>
          <p:sp>
            <p:nvSpPr>
              <p:cNvPr id="55" name="Arrow: Right 54">
                <a:extLst>
                  <a:ext uri="{FF2B5EF4-FFF2-40B4-BE49-F238E27FC236}">
                    <a16:creationId xmlns:a16="http://schemas.microsoft.com/office/drawing/2014/main" id="{D13384E5-64AD-FA29-0625-053D7BD494D6}"/>
                  </a:ext>
                </a:extLst>
              </p:cNvPr>
              <p:cNvSpPr/>
              <p:nvPr/>
            </p:nvSpPr>
            <p:spPr>
              <a:xfrm>
                <a:off x="1291590" y="2655570"/>
                <a:ext cx="102870" cy="10287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ectangle: Top Corners Snipped 59">
                <a:extLst>
                  <a:ext uri="{FF2B5EF4-FFF2-40B4-BE49-F238E27FC236}">
                    <a16:creationId xmlns:a16="http://schemas.microsoft.com/office/drawing/2014/main" id="{076D8A4E-65A7-B9CB-7841-8668DF0CDE29}"/>
                  </a:ext>
                </a:extLst>
              </p:cNvPr>
              <p:cNvSpPr/>
              <p:nvPr/>
            </p:nvSpPr>
            <p:spPr>
              <a:xfrm rot="16200000">
                <a:off x="1242059" y="2385062"/>
                <a:ext cx="2186941" cy="647700"/>
              </a:xfrm>
              <a:prstGeom prst="snip2SameRect">
                <a:avLst>
                  <a:gd name="adj1" fmla="val 0"/>
                  <a:gd name="adj2" fmla="val 28824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Conv3D, ReLU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b, n,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120, 160, 32]</a:t>
                </a:r>
              </a:p>
            </p:txBody>
          </p:sp>
          <p:sp>
            <p:nvSpPr>
              <p:cNvPr id="64" name="Rectangle: Top Corners Snipped 63">
                <a:extLst>
                  <a:ext uri="{FF2B5EF4-FFF2-40B4-BE49-F238E27FC236}">
                    <a16:creationId xmlns:a16="http://schemas.microsoft.com/office/drawing/2014/main" id="{2833815A-C6B4-891D-A2EF-9814D4DF7080}"/>
                  </a:ext>
                </a:extLst>
              </p:cNvPr>
              <p:cNvSpPr/>
              <p:nvPr/>
            </p:nvSpPr>
            <p:spPr>
              <a:xfrm rot="16200000">
                <a:off x="1912620" y="2385058"/>
                <a:ext cx="2186942" cy="647701"/>
              </a:xfrm>
              <a:prstGeom prst="snip2SameRect">
                <a:avLst>
                  <a:gd name="adj1" fmla="val 26648"/>
                  <a:gd name="adj2" fmla="val 28088"/>
                </a:avLst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Conv3DT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b, n,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240, 320, 16]</a:t>
                </a:r>
              </a:p>
            </p:txBody>
          </p:sp>
          <p:sp>
            <p:nvSpPr>
              <p:cNvPr id="65" name="Rectangle: Diagonal Corners Rounded 64">
                <a:extLst>
                  <a:ext uri="{FF2B5EF4-FFF2-40B4-BE49-F238E27FC236}">
                    <a16:creationId xmlns:a16="http://schemas.microsoft.com/office/drawing/2014/main" id="{6B9D9B97-64E6-095D-89CB-AED658D436A4}"/>
                  </a:ext>
                </a:extLst>
              </p:cNvPr>
              <p:cNvSpPr/>
              <p:nvPr/>
            </p:nvSpPr>
            <p:spPr>
              <a:xfrm>
                <a:off x="3345178" y="1617978"/>
                <a:ext cx="647702" cy="2186943"/>
              </a:xfrm>
              <a:prstGeom prst="round2DiagRect">
                <a:avLst>
                  <a:gd name="adj1" fmla="val 28901"/>
                  <a:gd name="adj2" fmla="val 0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Concat</a:t>
                </a:r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b, n,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240, 320, 19]</a:t>
                </a: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BE253130-23ED-E8B1-FA10-F614BA940AA0}"/>
                  </a:ext>
                </a:extLst>
              </p:cNvPr>
              <p:cNvSpPr/>
              <p:nvPr/>
            </p:nvSpPr>
            <p:spPr>
              <a:xfrm>
                <a:off x="4015740" y="1615437"/>
                <a:ext cx="647702" cy="2186943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Batch Normalization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b, n,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240, 320, 19]</a:t>
                </a:r>
              </a:p>
            </p:txBody>
          </p: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22B0CDCE-8D70-A64F-19FA-C9B97C3CDF10}"/>
                  </a:ext>
                </a:extLst>
              </p:cNvPr>
              <p:cNvGrpSpPr/>
              <p:nvPr/>
            </p:nvGrpSpPr>
            <p:grpSpPr>
              <a:xfrm>
                <a:off x="1969770" y="2651760"/>
                <a:ext cx="2769870" cy="106680"/>
                <a:chOff x="1969770" y="2651760"/>
                <a:chExt cx="2769870" cy="106680"/>
              </a:xfrm>
            </p:grpSpPr>
            <p:sp>
              <p:nvSpPr>
                <p:cNvPr id="61" name="Arrow: Right 60">
                  <a:extLst>
                    <a:ext uri="{FF2B5EF4-FFF2-40B4-BE49-F238E27FC236}">
                      <a16:creationId xmlns:a16="http://schemas.microsoft.com/office/drawing/2014/main" id="{8DC5EF9C-2449-E52E-9A4D-8EA9222CEB10}"/>
                    </a:ext>
                  </a:extLst>
                </p:cNvPr>
                <p:cNvSpPr/>
                <p:nvPr/>
              </p:nvSpPr>
              <p:spPr>
                <a:xfrm>
                  <a:off x="1969770" y="2655570"/>
                  <a:ext cx="102870" cy="102870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" name="Arrow: Right 71">
                  <a:extLst>
                    <a:ext uri="{FF2B5EF4-FFF2-40B4-BE49-F238E27FC236}">
                      <a16:creationId xmlns:a16="http://schemas.microsoft.com/office/drawing/2014/main" id="{A3C49003-B58D-BD8D-F8FC-CC671990AD03}"/>
                    </a:ext>
                  </a:extLst>
                </p:cNvPr>
                <p:cNvSpPr/>
                <p:nvPr/>
              </p:nvSpPr>
              <p:spPr>
                <a:xfrm>
                  <a:off x="2625090" y="2651760"/>
                  <a:ext cx="102870" cy="102870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" name="Arrow: Right 72">
                  <a:extLst>
                    <a:ext uri="{FF2B5EF4-FFF2-40B4-BE49-F238E27FC236}">
                      <a16:creationId xmlns:a16="http://schemas.microsoft.com/office/drawing/2014/main" id="{712D88BD-1686-FB40-4D4B-052E03198416}"/>
                    </a:ext>
                  </a:extLst>
                </p:cNvPr>
                <p:cNvSpPr/>
                <p:nvPr/>
              </p:nvSpPr>
              <p:spPr>
                <a:xfrm>
                  <a:off x="3299460" y="2655570"/>
                  <a:ext cx="102870" cy="102870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" name="Arrow: Right 73">
                  <a:extLst>
                    <a:ext uri="{FF2B5EF4-FFF2-40B4-BE49-F238E27FC236}">
                      <a16:creationId xmlns:a16="http://schemas.microsoft.com/office/drawing/2014/main" id="{8F8AEAE2-482C-F2EA-D0C0-2AC0679AF0F7}"/>
                    </a:ext>
                  </a:extLst>
                </p:cNvPr>
                <p:cNvSpPr/>
                <p:nvPr/>
              </p:nvSpPr>
              <p:spPr>
                <a:xfrm>
                  <a:off x="3970020" y="2655570"/>
                  <a:ext cx="102870" cy="102870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" name="Arrow: Right 74">
                  <a:extLst>
                    <a:ext uri="{FF2B5EF4-FFF2-40B4-BE49-F238E27FC236}">
                      <a16:creationId xmlns:a16="http://schemas.microsoft.com/office/drawing/2014/main" id="{7EEFD5A6-FC08-2C29-A547-1843C4A0FB14}"/>
                    </a:ext>
                  </a:extLst>
                </p:cNvPr>
                <p:cNvSpPr/>
                <p:nvPr/>
              </p:nvSpPr>
              <p:spPr>
                <a:xfrm>
                  <a:off x="4636770" y="2655570"/>
                  <a:ext cx="102870" cy="102870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3EC0444C-FB71-96E1-C8C5-B7B71364AE9D}"/>
                  </a:ext>
                </a:extLst>
              </p:cNvPr>
              <p:cNvGrpSpPr/>
              <p:nvPr/>
            </p:nvGrpSpPr>
            <p:grpSpPr>
              <a:xfrm>
                <a:off x="5311140" y="2655570"/>
                <a:ext cx="2781300" cy="106680"/>
                <a:chOff x="1969770" y="2651760"/>
                <a:chExt cx="2781300" cy="106680"/>
              </a:xfrm>
            </p:grpSpPr>
            <p:sp>
              <p:nvSpPr>
                <p:cNvPr id="107" name="Arrow: Right 106">
                  <a:extLst>
                    <a:ext uri="{FF2B5EF4-FFF2-40B4-BE49-F238E27FC236}">
                      <a16:creationId xmlns:a16="http://schemas.microsoft.com/office/drawing/2014/main" id="{5E7B6E39-77B5-8B78-1B59-F392EA979EE7}"/>
                    </a:ext>
                  </a:extLst>
                </p:cNvPr>
                <p:cNvSpPr/>
                <p:nvPr/>
              </p:nvSpPr>
              <p:spPr>
                <a:xfrm>
                  <a:off x="1969770" y="2655570"/>
                  <a:ext cx="102870" cy="102870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Arrow: Right 111">
                  <a:extLst>
                    <a:ext uri="{FF2B5EF4-FFF2-40B4-BE49-F238E27FC236}">
                      <a16:creationId xmlns:a16="http://schemas.microsoft.com/office/drawing/2014/main" id="{0305D5A4-E866-4AF4-25ED-8634B6856C24}"/>
                    </a:ext>
                  </a:extLst>
                </p:cNvPr>
                <p:cNvSpPr/>
                <p:nvPr/>
              </p:nvSpPr>
              <p:spPr>
                <a:xfrm>
                  <a:off x="2625090" y="2651760"/>
                  <a:ext cx="102870" cy="102870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" name="Arrow: Right 112">
                  <a:extLst>
                    <a:ext uri="{FF2B5EF4-FFF2-40B4-BE49-F238E27FC236}">
                      <a16:creationId xmlns:a16="http://schemas.microsoft.com/office/drawing/2014/main" id="{B3E4E4E3-AFA3-8E23-14B9-A00723EC0574}"/>
                    </a:ext>
                  </a:extLst>
                </p:cNvPr>
                <p:cNvSpPr/>
                <p:nvPr/>
              </p:nvSpPr>
              <p:spPr>
                <a:xfrm>
                  <a:off x="3299460" y="2655570"/>
                  <a:ext cx="102870" cy="102870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Arrow: Right 113">
                  <a:extLst>
                    <a:ext uri="{FF2B5EF4-FFF2-40B4-BE49-F238E27FC236}">
                      <a16:creationId xmlns:a16="http://schemas.microsoft.com/office/drawing/2014/main" id="{C159CDC7-591B-3CA5-BA4E-916227245F24}"/>
                    </a:ext>
                  </a:extLst>
                </p:cNvPr>
                <p:cNvSpPr/>
                <p:nvPr/>
              </p:nvSpPr>
              <p:spPr>
                <a:xfrm>
                  <a:off x="3970020" y="2655570"/>
                  <a:ext cx="102870" cy="102870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Arrow: Right 114">
                  <a:extLst>
                    <a:ext uri="{FF2B5EF4-FFF2-40B4-BE49-F238E27FC236}">
                      <a16:creationId xmlns:a16="http://schemas.microsoft.com/office/drawing/2014/main" id="{F60F16EA-0E10-2152-3DDE-A96115F5FAC0}"/>
                    </a:ext>
                  </a:extLst>
                </p:cNvPr>
                <p:cNvSpPr/>
                <p:nvPr/>
              </p:nvSpPr>
              <p:spPr>
                <a:xfrm>
                  <a:off x="4648200" y="2655570"/>
                  <a:ext cx="102870" cy="102870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4D7D8F2D-89CF-DF95-4F13-AF79F929FED2}"/>
                  </a:ext>
                </a:extLst>
              </p:cNvPr>
              <p:cNvSpPr/>
              <p:nvPr/>
            </p:nvSpPr>
            <p:spPr>
              <a:xfrm>
                <a:off x="12077684" y="1604007"/>
                <a:ext cx="647702" cy="2186943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Batch Normalization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b, n,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60, 80, 48]</a:t>
                </a:r>
              </a:p>
            </p:txBody>
          </p:sp>
          <p:sp>
            <p:nvSpPr>
              <p:cNvPr id="135" name="Rectangle: Diagonal Corners Rounded 134">
                <a:extLst>
                  <a:ext uri="{FF2B5EF4-FFF2-40B4-BE49-F238E27FC236}">
                    <a16:creationId xmlns:a16="http://schemas.microsoft.com/office/drawing/2014/main" id="{B273102E-58BF-D1B2-E1F6-42A2A1417B72}"/>
                  </a:ext>
                </a:extLst>
              </p:cNvPr>
              <p:cNvSpPr/>
              <p:nvPr/>
            </p:nvSpPr>
            <p:spPr>
              <a:xfrm>
                <a:off x="11403316" y="1604008"/>
                <a:ext cx="647702" cy="2186943"/>
              </a:xfrm>
              <a:prstGeom prst="round2DiagRect">
                <a:avLst>
                  <a:gd name="adj1" fmla="val 28901"/>
                  <a:gd name="adj2" fmla="val 0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Concat</a:t>
                </a:r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b, n,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60, 80, 48]</a:t>
                </a:r>
              </a:p>
            </p:txBody>
          </p:sp>
          <p:sp>
            <p:nvSpPr>
              <p:cNvPr id="136" name="Rectangle: Top Corners Snipped 135">
                <a:extLst>
                  <a:ext uri="{FF2B5EF4-FFF2-40B4-BE49-F238E27FC236}">
                    <a16:creationId xmlns:a16="http://schemas.microsoft.com/office/drawing/2014/main" id="{8F2FD3D3-070C-FD97-559B-DF7D1285CC20}"/>
                  </a:ext>
                </a:extLst>
              </p:cNvPr>
              <p:cNvSpPr/>
              <p:nvPr/>
            </p:nvSpPr>
            <p:spPr>
              <a:xfrm rot="16200000">
                <a:off x="9959328" y="2373629"/>
                <a:ext cx="2186942" cy="647701"/>
              </a:xfrm>
              <a:prstGeom prst="snip2SameRect">
                <a:avLst>
                  <a:gd name="adj1" fmla="val 26648"/>
                  <a:gd name="adj2" fmla="val 28088"/>
                </a:avLst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Conv3DT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b, n,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60, 80, 16]</a:t>
                </a:r>
              </a:p>
            </p:txBody>
          </p:sp>
          <p:sp>
            <p:nvSpPr>
              <p:cNvPr id="137" name="Rectangle: Top Corners Snipped 136">
                <a:extLst>
                  <a:ext uri="{FF2B5EF4-FFF2-40B4-BE49-F238E27FC236}">
                    <a16:creationId xmlns:a16="http://schemas.microsoft.com/office/drawing/2014/main" id="{66C34054-C8B0-31C5-CD24-2FC8651145C9}"/>
                  </a:ext>
                </a:extLst>
              </p:cNvPr>
              <p:cNvSpPr/>
              <p:nvPr/>
            </p:nvSpPr>
            <p:spPr>
              <a:xfrm rot="16200000">
                <a:off x="9288771" y="2373629"/>
                <a:ext cx="2186941" cy="647700"/>
              </a:xfrm>
              <a:prstGeom prst="snip2SameRect">
                <a:avLst>
                  <a:gd name="adj1" fmla="val 0"/>
                  <a:gd name="adj2" fmla="val 28824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Conv3D, ReLU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b, n,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30, 40, 32]</a:t>
                </a:r>
              </a:p>
            </p:txBody>
          </p:sp>
          <p:sp>
            <p:nvSpPr>
              <p:cNvPr id="138" name="Rectangle: Top Corners Snipped 137">
                <a:extLst>
                  <a:ext uri="{FF2B5EF4-FFF2-40B4-BE49-F238E27FC236}">
                    <a16:creationId xmlns:a16="http://schemas.microsoft.com/office/drawing/2014/main" id="{51552EDA-A42E-88D9-AF43-D2478D0B8832}"/>
                  </a:ext>
                </a:extLst>
              </p:cNvPr>
              <p:cNvSpPr/>
              <p:nvPr/>
            </p:nvSpPr>
            <p:spPr>
              <a:xfrm rot="16200000">
                <a:off x="8622021" y="2375537"/>
                <a:ext cx="2186941" cy="647700"/>
              </a:xfrm>
              <a:prstGeom prst="snip2SameRect">
                <a:avLst>
                  <a:gd name="adj1" fmla="val 0"/>
                  <a:gd name="adj2" fmla="val 28824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Conv3D</a:t>
                </a:r>
                <a:r>
                  <a:rPr lang="en-US" dirty="0">
                    <a:solidFill>
                      <a:schemeClr val="tx1"/>
                    </a:solidFill>
                  </a:rPr>
                  <a:t>, 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b, n,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60, 80, 32]</a:t>
                </a:r>
              </a:p>
            </p:txBody>
          </p:sp>
          <p:sp>
            <p:nvSpPr>
              <p:cNvPr id="139" name="Rectangle: Rounded Corners 138">
                <a:extLst>
                  <a:ext uri="{FF2B5EF4-FFF2-40B4-BE49-F238E27FC236}">
                    <a16:creationId xmlns:a16="http://schemas.microsoft.com/office/drawing/2014/main" id="{CF61334A-3575-33C5-39E1-6D5D7F05C216}"/>
                  </a:ext>
                </a:extLst>
              </p:cNvPr>
              <p:cNvSpPr/>
              <p:nvPr/>
            </p:nvSpPr>
            <p:spPr>
              <a:xfrm>
                <a:off x="8717269" y="1609725"/>
                <a:ext cx="647700" cy="2186940"/>
              </a:xfrm>
              <a:prstGeom prst="roundRect">
                <a:avLst>
                  <a:gd name="adj" fmla="val 31961"/>
                </a:avLst>
              </a:prstGeom>
              <a:solidFill>
                <a:srgbClr val="1B9DE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Conv3D, ReLU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b, n,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120, 160, 16]</a:t>
                </a:r>
              </a:p>
            </p:txBody>
          </p:sp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ADA97DA2-19D6-81F1-44B4-A9D41E4C0AE8}"/>
                  </a:ext>
                </a:extLst>
              </p:cNvPr>
              <p:cNvGrpSpPr/>
              <p:nvPr/>
            </p:nvGrpSpPr>
            <p:grpSpPr>
              <a:xfrm>
                <a:off x="9342111" y="2649855"/>
                <a:ext cx="2781300" cy="106680"/>
                <a:chOff x="1969770" y="2651760"/>
                <a:chExt cx="2781300" cy="106680"/>
              </a:xfrm>
            </p:grpSpPr>
            <p:sp>
              <p:nvSpPr>
                <p:cNvPr id="141" name="Arrow: Right 140">
                  <a:extLst>
                    <a:ext uri="{FF2B5EF4-FFF2-40B4-BE49-F238E27FC236}">
                      <a16:creationId xmlns:a16="http://schemas.microsoft.com/office/drawing/2014/main" id="{728BCE1C-B024-68C1-E01C-2771CD273810}"/>
                    </a:ext>
                  </a:extLst>
                </p:cNvPr>
                <p:cNvSpPr/>
                <p:nvPr/>
              </p:nvSpPr>
              <p:spPr>
                <a:xfrm>
                  <a:off x="1969770" y="2655570"/>
                  <a:ext cx="102870" cy="102870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" name="Arrow: Right 141">
                  <a:extLst>
                    <a:ext uri="{FF2B5EF4-FFF2-40B4-BE49-F238E27FC236}">
                      <a16:creationId xmlns:a16="http://schemas.microsoft.com/office/drawing/2014/main" id="{3A274032-6B11-AB79-2E52-8FB2E71B8A5F}"/>
                    </a:ext>
                  </a:extLst>
                </p:cNvPr>
                <p:cNvSpPr/>
                <p:nvPr/>
              </p:nvSpPr>
              <p:spPr>
                <a:xfrm>
                  <a:off x="2625090" y="2651760"/>
                  <a:ext cx="102870" cy="102870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" name="Arrow: Right 142">
                  <a:extLst>
                    <a:ext uri="{FF2B5EF4-FFF2-40B4-BE49-F238E27FC236}">
                      <a16:creationId xmlns:a16="http://schemas.microsoft.com/office/drawing/2014/main" id="{91DF1FB7-2C7B-2829-8199-042E957DA669}"/>
                    </a:ext>
                  </a:extLst>
                </p:cNvPr>
                <p:cNvSpPr/>
                <p:nvPr/>
              </p:nvSpPr>
              <p:spPr>
                <a:xfrm>
                  <a:off x="3299460" y="2655570"/>
                  <a:ext cx="102870" cy="102870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" name="Arrow: Right 143">
                  <a:extLst>
                    <a:ext uri="{FF2B5EF4-FFF2-40B4-BE49-F238E27FC236}">
                      <a16:creationId xmlns:a16="http://schemas.microsoft.com/office/drawing/2014/main" id="{77E1DE64-4A94-DA44-ACD6-CB32A855CCEC}"/>
                    </a:ext>
                  </a:extLst>
                </p:cNvPr>
                <p:cNvSpPr/>
                <p:nvPr/>
              </p:nvSpPr>
              <p:spPr>
                <a:xfrm>
                  <a:off x="3970020" y="2655570"/>
                  <a:ext cx="102870" cy="102870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" name="Arrow: Right 144">
                  <a:extLst>
                    <a:ext uri="{FF2B5EF4-FFF2-40B4-BE49-F238E27FC236}">
                      <a16:creationId xmlns:a16="http://schemas.microsoft.com/office/drawing/2014/main" id="{874C4605-3583-BBA8-15E9-71DA38E98E91}"/>
                    </a:ext>
                  </a:extLst>
                </p:cNvPr>
                <p:cNvSpPr/>
                <p:nvPr/>
              </p:nvSpPr>
              <p:spPr>
                <a:xfrm>
                  <a:off x="4648200" y="2655570"/>
                  <a:ext cx="102870" cy="102870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8" name="Arrow: Right 157">
                <a:extLst>
                  <a:ext uri="{FF2B5EF4-FFF2-40B4-BE49-F238E27FC236}">
                    <a16:creationId xmlns:a16="http://schemas.microsoft.com/office/drawing/2014/main" id="{7823063E-0A07-54ED-6F06-BADAF8D38A80}"/>
                  </a:ext>
                </a:extLst>
              </p:cNvPr>
              <p:cNvSpPr/>
              <p:nvPr/>
            </p:nvSpPr>
            <p:spPr>
              <a:xfrm>
                <a:off x="8667747" y="2646043"/>
                <a:ext cx="102870" cy="10287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: Rounded Corners 158">
                <a:extLst>
                  <a:ext uri="{FF2B5EF4-FFF2-40B4-BE49-F238E27FC236}">
                    <a16:creationId xmlns:a16="http://schemas.microsoft.com/office/drawing/2014/main" id="{D2CC917C-5A06-7157-943B-9840D3A9054A}"/>
                  </a:ext>
                </a:extLst>
              </p:cNvPr>
              <p:cNvSpPr/>
              <p:nvPr/>
            </p:nvSpPr>
            <p:spPr>
              <a:xfrm>
                <a:off x="12755869" y="1604007"/>
                <a:ext cx="647700" cy="2186940"/>
              </a:xfrm>
              <a:prstGeom prst="roundRect">
                <a:avLst>
                  <a:gd name="adj" fmla="val 31961"/>
                </a:avLst>
              </a:prstGeom>
              <a:solidFill>
                <a:srgbClr val="1B9DE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Conv3D</a:t>
                </a:r>
                <a:r>
                  <a:rPr lang="en-US" dirty="0">
                    <a:solidFill>
                      <a:schemeClr val="tx1"/>
                    </a:solidFill>
                  </a:rPr>
                  <a:t>, 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b, n,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60, 80, 16]</a:t>
                </a:r>
              </a:p>
            </p:txBody>
          </p:sp>
          <p:sp>
            <p:nvSpPr>
              <p:cNvPr id="160" name="Rectangle: Top Corners Snipped 159">
                <a:extLst>
                  <a:ext uri="{FF2B5EF4-FFF2-40B4-BE49-F238E27FC236}">
                    <a16:creationId xmlns:a16="http://schemas.microsoft.com/office/drawing/2014/main" id="{BAEFCD4D-85AC-E337-57D5-0901DC7E8899}"/>
                  </a:ext>
                </a:extLst>
              </p:cNvPr>
              <p:cNvSpPr/>
              <p:nvPr/>
            </p:nvSpPr>
            <p:spPr>
              <a:xfrm rot="16200000">
                <a:off x="13127330" y="2432684"/>
                <a:ext cx="2613661" cy="647700"/>
              </a:xfrm>
              <a:prstGeom prst="snip2SameRect">
                <a:avLst>
                  <a:gd name="adj1" fmla="val 0"/>
                  <a:gd name="adj2" fmla="val 50000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ConvLSTM2D, ReLU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b, n,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15, 20, 16]</a:t>
                </a:r>
              </a:p>
            </p:txBody>
          </p:sp>
          <p:sp>
            <p:nvSpPr>
              <p:cNvPr id="161" name="Rectangle: Top Corners Snipped 160">
                <a:extLst>
                  <a:ext uri="{FF2B5EF4-FFF2-40B4-BE49-F238E27FC236}">
                    <a16:creationId xmlns:a16="http://schemas.microsoft.com/office/drawing/2014/main" id="{BFA5C606-6E7B-85F8-B663-106176B42B0C}"/>
                  </a:ext>
                </a:extLst>
              </p:cNvPr>
              <p:cNvSpPr/>
              <p:nvPr/>
            </p:nvSpPr>
            <p:spPr>
              <a:xfrm rot="16200000">
                <a:off x="12664420" y="2387599"/>
                <a:ext cx="2186941" cy="647700"/>
              </a:xfrm>
              <a:prstGeom prst="snip2SameRect">
                <a:avLst>
                  <a:gd name="adj1" fmla="val 0"/>
                  <a:gd name="adj2" fmla="val 28824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Conv3D</a:t>
                </a:r>
                <a:r>
                  <a:rPr lang="en-US" dirty="0">
                    <a:solidFill>
                      <a:schemeClr val="tx1"/>
                    </a:solidFill>
                  </a:rPr>
                  <a:t>, 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b, n,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30, 40, 32]</a:t>
                </a:r>
              </a:p>
            </p:txBody>
          </p:sp>
          <p:sp>
            <p:nvSpPr>
              <p:cNvPr id="162" name="Arrow: Right 161">
                <a:extLst>
                  <a:ext uri="{FF2B5EF4-FFF2-40B4-BE49-F238E27FC236}">
                    <a16:creationId xmlns:a16="http://schemas.microsoft.com/office/drawing/2014/main" id="{92B1D2DB-9EB1-A835-7177-BCC898BAEE16}"/>
                  </a:ext>
                </a:extLst>
              </p:cNvPr>
              <p:cNvSpPr/>
              <p:nvPr/>
            </p:nvSpPr>
            <p:spPr>
              <a:xfrm>
                <a:off x="12710143" y="2653665"/>
                <a:ext cx="102870" cy="10287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Arrow: Right 162">
                <a:extLst>
                  <a:ext uri="{FF2B5EF4-FFF2-40B4-BE49-F238E27FC236}">
                    <a16:creationId xmlns:a16="http://schemas.microsoft.com/office/drawing/2014/main" id="{21F2FFD2-EB97-233E-8F6B-9FB9A4BAF14F}"/>
                  </a:ext>
                </a:extLst>
              </p:cNvPr>
              <p:cNvSpPr/>
              <p:nvPr/>
            </p:nvSpPr>
            <p:spPr>
              <a:xfrm>
                <a:off x="13388324" y="2653665"/>
                <a:ext cx="102870" cy="10287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Arrow: Right 163">
                <a:extLst>
                  <a:ext uri="{FF2B5EF4-FFF2-40B4-BE49-F238E27FC236}">
                    <a16:creationId xmlns:a16="http://schemas.microsoft.com/office/drawing/2014/main" id="{8BF37BAC-999D-9E59-8CF2-BCE310D155B6}"/>
                  </a:ext>
                </a:extLst>
              </p:cNvPr>
              <p:cNvSpPr/>
              <p:nvPr/>
            </p:nvSpPr>
            <p:spPr>
              <a:xfrm>
                <a:off x="14058882" y="2644139"/>
                <a:ext cx="102870" cy="10287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B2F8189A-1C72-A229-A54B-CFB0ECB1F257}"/>
                </a:ext>
              </a:extLst>
            </p:cNvPr>
            <p:cNvSpPr/>
            <p:nvPr/>
          </p:nvSpPr>
          <p:spPr>
            <a:xfrm>
              <a:off x="-1341120" y="609600"/>
              <a:ext cx="647700" cy="2186940"/>
            </a:xfrm>
            <a:prstGeom prst="rect">
              <a:avLst/>
            </a:prstGeom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Sigmoid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Confidence</a:t>
              </a:r>
            </a:p>
          </p:txBody>
        </p:sp>
        <p:sp>
          <p:nvSpPr>
            <p:cNvPr id="167" name="Rectangle: Top Corners Snipped 166">
              <a:extLst>
                <a:ext uri="{FF2B5EF4-FFF2-40B4-BE49-F238E27FC236}">
                  <a16:creationId xmlns:a16="http://schemas.microsoft.com/office/drawing/2014/main" id="{C1CA7DB8-5BC7-48BF-DDE5-1F762371C54F}"/>
                </a:ext>
              </a:extLst>
            </p:cNvPr>
            <p:cNvSpPr/>
            <p:nvPr/>
          </p:nvSpPr>
          <p:spPr>
            <a:xfrm rot="16200000">
              <a:off x="12077661" y="1379217"/>
              <a:ext cx="2186942" cy="647701"/>
            </a:xfrm>
            <a:prstGeom prst="snip2SameRect">
              <a:avLst>
                <a:gd name="adj1" fmla="val 26648"/>
                <a:gd name="adj2" fmla="val 28088"/>
              </a:avLst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Conv3DT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30, 40, 16]</a:t>
              </a:r>
            </a:p>
          </p:txBody>
        </p:sp>
        <p:sp>
          <p:nvSpPr>
            <p:cNvPr id="168" name="Rectangle: Diagonal Corners Rounded 167">
              <a:extLst>
                <a:ext uri="{FF2B5EF4-FFF2-40B4-BE49-F238E27FC236}">
                  <a16:creationId xmlns:a16="http://schemas.microsoft.com/office/drawing/2014/main" id="{F642896C-EB20-B19E-087E-9EEBE8E3941A}"/>
                </a:ext>
              </a:extLst>
            </p:cNvPr>
            <p:cNvSpPr/>
            <p:nvPr/>
          </p:nvSpPr>
          <p:spPr>
            <a:xfrm>
              <a:off x="12169114" y="609596"/>
              <a:ext cx="647702" cy="2186943"/>
            </a:xfrm>
            <a:prstGeom prst="round2DiagRect">
              <a:avLst>
                <a:gd name="adj1" fmla="val 28901"/>
                <a:gd name="adj2" fmla="val 0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30, 40, 48]</a:t>
              </a:r>
            </a:p>
          </p:txBody>
        </p:sp>
        <p:sp>
          <p:nvSpPr>
            <p:cNvPr id="169" name="Rectangle: Rounded Corners 168">
              <a:extLst>
                <a:ext uri="{FF2B5EF4-FFF2-40B4-BE49-F238E27FC236}">
                  <a16:creationId xmlns:a16="http://schemas.microsoft.com/office/drawing/2014/main" id="{20992586-68C6-F339-7908-376E3756D229}"/>
                </a:ext>
              </a:extLst>
            </p:cNvPr>
            <p:cNvSpPr/>
            <p:nvPr/>
          </p:nvSpPr>
          <p:spPr>
            <a:xfrm>
              <a:off x="11490949" y="609599"/>
              <a:ext cx="647700" cy="2186940"/>
            </a:xfrm>
            <a:prstGeom prst="roundRect">
              <a:avLst>
                <a:gd name="adj" fmla="val 31961"/>
              </a:avLst>
            </a:prstGeom>
            <a:solidFill>
              <a:srgbClr val="1B9D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30, 40, 32]</a:t>
              </a: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F5DCA355-79C4-9982-A29B-262FB71A515B}"/>
                </a:ext>
              </a:extLst>
            </p:cNvPr>
            <p:cNvSpPr/>
            <p:nvPr/>
          </p:nvSpPr>
          <p:spPr>
            <a:xfrm>
              <a:off x="10828003" y="609596"/>
              <a:ext cx="632459" cy="218694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Batch Normalization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30, 40, 32]</a:t>
              </a:r>
            </a:p>
          </p:txBody>
        </p:sp>
        <p:sp>
          <p:nvSpPr>
            <p:cNvPr id="171" name="Rectangle: Diagonal Corners Rounded 170">
              <a:extLst>
                <a:ext uri="{FF2B5EF4-FFF2-40B4-BE49-F238E27FC236}">
                  <a16:creationId xmlns:a16="http://schemas.microsoft.com/office/drawing/2014/main" id="{88B527A8-E9DA-DB11-4E0F-F1F9B81EB90B}"/>
                </a:ext>
              </a:extLst>
            </p:cNvPr>
            <p:cNvSpPr/>
            <p:nvPr/>
          </p:nvSpPr>
          <p:spPr>
            <a:xfrm>
              <a:off x="10149836" y="609596"/>
              <a:ext cx="647702" cy="2186943"/>
            </a:xfrm>
            <a:prstGeom prst="round2DiagRect">
              <a:avLst>
                <a:gd name="adj1" fmla="val 28901"/>
                <a:gd name="adj2" fmla="val 0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30, 40, 64]</a:t>
              </a:r>
            </a:p>
          </p:txBody>
        </p:sp>
        <p:sp>
          <p:nvSpPr>
            <p:cNvPr id="172" name="Rectangle: Top Corners Snipped 171">
              <a:extLst>
                <a:ext uri="{FF2B5EF4-FFF2-40B4-BE49-F238E27FC236}">
                  <a16:creationId xmlns:a16="http://schemas.microsoft.com/office/drawing/2014/main" id="{287D8195-3F5F-F997-E159-30BF3D9CDC13}"/>
                </a:ext>
              </a:extLst>
            </p:cNvPr>
            <p:cNvSpPr/>
            <p:nvPr/>
          </p:nvSpPr>
          <p:spPr>
            <a:xfrm rot="16200000">
              <a:off x="8702029" y="1379217"/>
              <a:ext cx="2186942" cy="647701"/>
            </a:xfrm>
            <a:prstGeom prst="snip2SameRect">
              <a:avLst>
                <a:gd name="adj1" fmla="val 26648"/>
                <a:gd name="adj2" fmla="val 28088"/>
              </a:avLst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Conv3DT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60, 80, 16]</a:t>
              </a:r>
            </a:p>
          </p:txBody>
        </p:sp>
        <p:sp>
          <p:nvSpPr>
            <p:cNvPr id="173" name="Rectangle: Diagonal Corners Rounded 172">
              <a:extLst>
                <a:ext uri="{FF2B5EF4-FFF2-40B4-BE49-F238E27FC236}">
                  <a16:creationId xmlns:a16="http://schemas.microsoft.com/office/drawing/2014/main" id="{502712A5-923B-EBC9-351B-B2F94FCD6AAA}"/>
                </a:ext>
              </a:extLst>
            </p:cNvPr>
            <p:cNvSpPr/>
            <p:nvPr/>
          </p:nvSpPr>
          <p:spPr>
            <a:xfrm>
              <a:off x="8793462" y="609596"/>
              <a:ext cx="647702" cy="2186943"/>
            </a:xfrm>
            <a:prstGeom prst="round2DiagRect">
              <a:avLst>
                <a:gd name="adj1" fmla="val 28901"/>
                <a:gd name="adj2" fmla="val 0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60, 80, 48]</a:t>
              </a:r>
            </a:p>
          </p:txBody>
        </p:sp>
        <p:sp>
          <p:nvSpPr>
            <p:cNvPr id="174" name="Rectangle: Rounded Corners 173">
              <a:extLst>
                <a:ext uri="{FF2B5EF4-FFF2-40B4-BE49-F238E27FC236}">
                  <a16:creationId xmlns:a16="http://schemas.microsoft.com/office/drawing/2014/main" id="{EB0E1963-001F-AA42-BFB9-BFDB9DD45790}"/>
                </a:ext>
              </a:extLst>
            </p:cNvPr>
            <p:cNvSpPr/>
            <p:nvPr/>
          </p:nvSpPr>
          <p:spPr>
            <a:xfrm>
              <a:off x="8126722" y="609599"/>
              <a:ext cx="647700" cy="2186940"/>
            </a:xfrm>
            <a:prstGeom prst="roundRect">
              <a:avLst>
                <a:gd name="adj" fmla="val 31961"/>
              </a:avLst>
            </a:prstGeom>
            <a:solidFill>
              <a:srgbClr val="1B9D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60, 80, 32]</a:t>
              </a: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92724AFA-5A30-3218-FE42-38A1E38C3703}"/>
                </a:ext>
              </a:extLst>
            </p:cNvPr>
            <p:cNvSpPr/>
            <p:nvPr/>
          </p:nvSpPr>
          <p:spPr>
            <a:xfrm>
              <a:off x="7456155" y="609596"/>
              <a:ext cx="647702" cy="218694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Batch Normalization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60, 80, 32]</a:t>
              </a:r>
            </a:p>
          </p:txBody>
        </p:sp>
        <p:sp>
          <p:nvSpPr>
            <p:cNvPr id="176" name="Rectangle: Diagonal Corners Rounded 175">
              <a:extLst>
                <a:ext uri="{FF2B5EF4-FFF2-40B4-BE49-F238E27FC236}">
                  <a16:creationId xmlns:a16="http://schemas.microsoft.com/office/drawing/2014/main" id="{80E5FD12-31D1-3BB1-BAB6-4847C7B5E4A1}"/>
                </a:ext>
              </a:extLst>
            </p:cNvPr>
            <p:cNvSpPr/>
            <p:nvPr/>
          </p:nvSpPr>
          <p:spPr>
            <a:xfrm>
              <a:off x="6781793" y="609595"/>
              <a:ext cx="647702" cy="2186943"/>
            </a:xfrm>
            <a:prstGeom prst="round2DiagRect">
              <a:avLst>
                <a:gd name="adj1" fmla="val 28901"/>
                <a:gd name="adj2" fmla="val 0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60, 80, 64]</a:t>
              </a:r>
            </a:p>
          </p:txBody>
        </p:sp>
        <p:sp>
          <p:nvSpPr>
            <p:cNvPr id="177" name="Rectangle: Top Corners Snipped 176">
              <a:extLst>
                <a:ext uri="{FF2B5EF4-FFF2-40B4-BE49-F238E27FC236}">
                  <a16:creationId xmlns:a16="http://schemas.microsoft.com/office/drawing/2014/main" id="{8546E252-9B52-5057-4EDC-362153041986}"/>
                </a:ext>
              </a:extLst>
            </p:cNvPr>
            <p:cNvSpPr/>
            <p:nvPr/>
          </p:nvSpPr>
          <p:spPr>
            <a:xfrm rot="16200000">
              <a:off x="5341627" y="1379216"/>
              <a:ext cx="2186942" cy="647701"/>
            </a:xfrm>
            <a:prstGeom prst="snip2SameRect">
              <a:avLst>
                <a:gd name="adj1" fmla="val 26648"/>
                <a:gd name="adj2" fmla="val 28088"/>
              </a:avLst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Conv3DT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120, 160, 16]</a:t>
              </a:r>
            </a:p>
          </p:txBody>
        </p:sp>
        <p:sp>
          <p:nvSpPr>
            <p:cNvPr id="178" name="Rectangle: Diagonal Corners Rounded 177">
              <a:extLst>
                <a:ext uri="{FF2B5EF4-FFF2-40B4-BE49-F238E27FC236}">
                  <a16:creationId xmlns:a16="http://schemas.microsoft.com/office/drawing/2014/main" id="{ECE914EB-932B-B980-5E5E-8A4B2B2A802A}"/>
                </a:ext>
              </a:extLst>
            </p:cNvPr>
            <p:cNvSpPr/>
            <p:nvPr/>
          </p:nvSpPr>
          <p:spPr>
            <a:xfrm>
              <a:off x="5433047" y="609596"/>
              <a:ext cx="647702" cy="2186943"/>
            </a:xfrm>
            <a:prstGeom prst="round2DiagRect">
              <a:avLst>
                <a:gd name="adj1" fmla="val 28901"/>
                <a:gd name="adj2" fmla="val 0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120, 160, 48]</a:t>
              </a:r>
            </a:p>
          </p:txBody>
        </p:sp>
        <p:sp>
          <p:nvSpPr>
            <p:cNvPr id="179" name="Rectangle: Rounded Corners 178">
              <a:extLst>
                <a:ext uri="{FF2B5EF4-FFF2-40B4-BE49-F238E27FC236}">
                  <a16:creationId xmlns:a16="http://schemas.microsoft.com/office/drawing/2014/main" id="{42600425-6C67-0D53-830D-2C0BD77A8E78}"/>
                </a:ext>
              </a:extLst>
            </p:cNvPr>
            <p:cNvSpPr/>
            <p:nvPr/>
          </p:nvSpPr>
          <p:spPr>
            <a:xfrm>
              <a:off x="4766307" y="609599"/>
              <a:ext cx="647700" cy="2186940"/>
            </a:xfrm>
            <a:prstGeom prst="roundRect">
              <a:avLst>
                <a:gd name="adj" fmla="val 31961"/>
              </a:avLst>
            </a:prstGeom>
            <a:solidFill>
              <a:srgbClr val="1B9D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120, 160, 32]</a:t>
              </a: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5ACC990C-EB53-030C-604D-BF8B28F1393D}"/>
                </a:ext>
              </a:extLst>
            </p:cNvPr>
            <p:cNvSpPr/>
            <p:nvPr/>
          </p:nvSpPr>
          <p:spPr>
            <a:xfrm>
              <a:off x="4095740" y="609596"/>
              <a:ext cx="647702" cy="218694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Batch Normalization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120, 160, 32]</a:t>
              </a:r>
            </a:p>
          </p:txBody>
        </p:sp>
        <p:sp>
          <p:nvSpPr>
            <p:cNvPr id="181" name="Rectangle: Diagonal Corners Rounded 180">
              <a:extLst>
                <a:ext uri="{FF2B5EF4-FFF2-40B4-BE49-F238E27FC236}">
                  <a16:creationId xmlns:a16="http://schemas.microsoft.com/office/drawing/2014/main" id="{15E6148B-29CA-3CCD-CA36-15DE498EC103}"/>
                </a:ext>
              </a:extLst>
            </p:cNvPr>
            <p:cNvSpPr/>
            <p:nvPr/>
          </p:nvSpPr>
          <p:spPr>
            <a:xfrm>
              <a:off x="3421378" y="609595"/>
              <a:ext cx="647702" cy="2186943"/>
            </a:xfrm>
            <a:prstGeom prst="round2DiagRect">
              <a:avLst>
                <a:gd name="adj1" fmla="val 28901"/>
                <a:gd name="adj2" fmla="val 0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120, 160, 64]</a:t>
              </a:r>
            </a:p>
          </p:txBody>
        </p:sp>
        <p:sp>
          <p:nvSpPr>
            <p:cNvPr id="182" name="Rectangle: Top Corners Snipped 181">
              <a:extLst>
                <a:ext uri="{FF2B5EF4-FFF2-40B4-BE49-F238E27FC236}">
                  <a16:creationId xmlns:a16="http://schemas.microsoft.com/office/drawing/2014/main" id="{EF8DB8AE-B264-A046-E9E7-1ECB765C9E3C}"/>
                </a:ext>
              </a:extLst>
            </p:cNvPr>
            <p:cNvSpPr/>
            <p:nvPr/>
          </p:nvSpPr>
          <p:spPr>
            <a:xfrm rot="16200000">
              <a:off x="1973573" y="1379217"/>
              <a:ext cx="2186942" cy="647701"/>
            </a:xfrm>
            <a:prstGeom prst="snip2SameRect">
              <a:avLst>
                <a:gd name="adj1" fmla="val 26648"/>
                <a:gd name="adj2" fmla="val 28088"/>
              </a:avLst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Conv3DT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240, 320, 16]</a:t>
              </a:r>
            </a:p>
          </p:txBody>
        </p:sp>
        <p:sp>
          <p:nvSpPr>
            <p:cNvPr id="187" name="Rectangle: Diagonal Corners Rounded 186">
              <a:extLst>
                <a:ext uri="{FF2B5EF4-FFF2-40B4-BE49-F238E27FC236}">
                  <a16:creationId xmlns:a16="http://schemas.microsoft.com/office/drawing/2014/main" id="{65D4D875-584C-EFF1-C470-0F60E1E5EE76}"/>
                </a:ext>
              </a:extLst>
            </p:cNvPr>
            <p:cNvSpPr/>
            <p:nvPr/>
          </p:nvSpPr>
          <p:spPr>
            <a:xfrm>
              <a:off x="2057393" y="609595"/>
              <a:ext cx="647702" cy="2186943"/>
            </a:xfrm>
            <a:prstGeom prst="round2DiagRect">
              <a:avLst>
                <a:gd name="adj1" fmla="val 28901"/>
                <a:gd name="adj2" fmla="val 0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240, 320, 32]</a:t>
              </a:r>
            </a:p>
          </p:txBody>
        </p:sp>
        <p:sp>
          <p:nvSpPr>
            <p:cNvPr id="188" name="Rectangle: Rounded Corners 187">
              <a:extLst>
                <a:ext uri="{FF2B5EF4-FFF2-40B4-BE49-F238E27FC236}">
                  <a16:creationId xmlns:a16="http://schemas.microsoft.com/office/drawing/2014/main" id="{45C02298-257F-43BE-D13D-7658500D7572}"/>
                </a:ext>
              </a:extLst>
            </p:cNvPr>
            <p:cNvSpPr/>
            <p:nvPr/>
          </p:nvSpPr>
          <p:spPr>
            <a:xfrm>
              <a:off x="1375413" y="609598"/>
              <a:ext cx="647700" cy="2186940"/>
            </a:xfrm>
            <a:prstGeom prst="roundRect">
              <a:avLst>
                <a:gd name="adj" fmla="val 31961"/>
              </a:avLst>
            </a:prstGeom>
            <a:solidFill>
              <a:srgbClr val="1B9D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240, 320, 32]</a:t>
              </a: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D548B3E7-CC2E-A9B1-987F-8B2510DD8E26}"/>
                </a:ext>
              </a:extLst>
            </p:cNvPr>
            <p:cNvSpPr/>
            <p:nvPr/>
          </p:nvSpPr>
          <p:spPr>
            <a:xfrm>
              <a:off x="727706" y="609595"/>
              <a:ext cx="617221" cy="218694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Batch Normalization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240, 320, 32]</a:t>
              </a:r>
            </a:p>
          </p:txBody>
        </p:sp>
        <p:sp>
          <p:nvSpPr>
            <p:cNvPr id="190" name="Rectangle: Rounded Corners 189">
              <a:extLst>
                <a:ext uri="{FF2B5EF4-FFF2-40B4-BE49-F238E27FC236}">
                  <a16:creationId xmlns:a16="http://schemas.microsoft.com/office/drawing/2014/main" id="{F8CFD78A-DFEA-F543-F37A-EB2B14A11CA7}"/>
                </a:ext>
              </a:extLst>
            </p:cNvPr>
            <p:cNvSpPr/>
            <p:nvPr/>
          </p:nvSpPr>
          <p:spPr>
            <a:xfrm>
              <a:off x="30480" y="609598"/>
              <a:ext cx="647700" cy="2186940"/>
            </a:xfrm>
            <a:prstGeom prst="roundRect">
              <a:avLst>
                <a:gd name="adj" fmla="val 31961"/>
              </a:avLst>
            </a:prstGeom>
            <a:solidFill>
              <a:srgbClr val="1B9D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ConvLSTM2D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240, 320, 20]</a:t>
              </a:r>
            </a:p>
          </p:txBody>
        </p:sp>
        <p:sp>
          <p:nvSpPr>
            <p:cNvPr id="191" name="Rectangle: Rounded Corners 190">
              <a:extLst>
                <a:ext uri="{FF2B5EF4-FFF2-40B4-BE49-F238E27FC236}">
                  <a16:creationId xmlns:a16="http://schemas.microsoft.com/office/drawing/2014/main" id="{36E1D461-13EB-E754-5312-43F882F7957A}"/>
                </a:ext>
              </a:extLst>
            </p:cNvPr>
            <p:cNvSpPr/>
            <p:nvPr/>
          </p:nvSpPr>
          <p:spPr>
            <a:xfrm>
              <a:off x="-655320" y="609598"/>
              <a:ext cx="647700" cy="2186940"/>
            </a:xfrm>
            <a:prstGeom prst="roundRect">
              <a:avLst>
                <a:gd name="adj" fmla="val 31961"/>
              </a:avLst>
            </a:prstGeom>
            <a:solidFill>
              <a:srgbClr val="1B9D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Conv3D, Sigmoid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b, n,</a:t>
              </a:r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240, 320, 20]</a:t>
              </a:r>
            </a:p>
          </p:txBody>
        </p:sp>
        <p:sp>
          <p:nvSpPr>
            <p:cNvPr id="192" name="Arrow: Right 191">
              <a:extLst>
                <a:ext uri="{FF2B5EF4-FFF2-40B4-BE49-F238E27FC236}">
                  <a16:creationId xmlns:a16="http://schemas.microsoft.com/office/drawing/2014/main" id="{99827E46-DEC2-AC20-208C-3C1849E116A6}"/>
                </a:ext>
              </a:extLst>
            </p:cNvPr>
            <p:cNvSpPr/>
            <p:nvPr/>
          </p:nvSpPr>
          <p:spPr>
            <a:xfrm flipH="1">
              <a:off x="12760942" y="1661159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Arrow: Right 192">
              <a:extLst>
                <a:ext uri="{FF2B5EF4-FFF2-40B4-BE49-F238E27FC236}">
                  <a16:creationId xmlns:a16="http://schemas.microsoft.com/office/drawing/2014/main" id="{9D2050B3-7BAC-F513-F8A8-5D5495CBD819}"/>
                </a:ext>
              </a:extLst>
            </p:cNvPr>
            <p:cNvSpPr/>
            <p:nvPr/>
          </p:nvSpPr>
          <p:spPr>
            <a:xfrm flipH="1">
              <a:off x="12080876" y="1661159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Arrow: Right 193">
              <a:extLst>
                <a:ext uri="{FF2B5EF4-FFF2-40B4-BE49-F238E27FC236}">
                  <a16:creationId xmlns:a16="http://schemas.microsoft.com/office/drawing/2014/main" id="{BD4F0775-076C-7E08-3597-F4BC4E8846CD}"/>
                </a:ext>
              </a:extLst>
            </p:cNvPr>
            <p:cNvSpPr/>
            <p:nvPr/>
          </p:nvSpPr>
          <p:spPr>
            <a:xfrm flipH="1">
              <a:off x="11410319" y="1659253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Arrow: Right 194">
              <a:extLst>
                <a:ext uri="{FF2B5EF4-FFF2-40B4-BE49-F238E27FC236}">
                  <a16:creationId xmlns:a16="http://schemas.microsoft.com/office/drawing/2014/main" id="{C5C034C9-6431-B1D9-E61D-ED2D8BEDC273}"/>
                </a:ext>
              </a:extLst>
            </p:cNvPr>
            <p:cNvSpPr/>
            <p:nvPr/>
          </p:nvSpPr>
          <p:spPr>
            <a:xfrm flipH="1">
              <a:off x="10741001" y="1659887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Arrow: Right 195">
              <a:extLst>
                <a:ext uri="{FF2B5EF4-FFF2-40B4-BE49-F238E27FC236}">
                  <a16:creationId xmlns:a16="http://schemas.microsoft.com/office/drawing/2014/main" id="{C4238CA9-496B-072A-E77F-67F43048DC39}"/>
                </a:ext>
              </a:extLst>
            </p:cNvPr>
            <p:cNvSpPr/>
            <p:nvPr/>
          </p:nvSpPr>
          <p:spPr>
            <a:xfrm flipH="1">
              <a:off x="10060935" y="1659253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Arrow: Right 196">
              <a:extLst>
                <a:ext uri="{FF2B5EF4-FFF2-40B4-BE49-F238E27FC236}">
                  <a16:creationId xmlns:a16="http://schemas.microsoft.com/office/drawing/2014/main" id="{B9C62249-1F41-F0D9-A94D-997140BF1205}"/>
                </a:ext>
              </a:extLst>
            </p:cNvPr>
            <p:cNvSpPr/>
            <p:nvPr/>
          </p:nvSpPr>
          <p:spPr>
            <a:xfrm flipH="1">
              <a:off x="9384040" y="1659253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Arrow: Right 197">
              <a:extLst>
                <a:ext uri="{FF2B5EF4-FFF2-40B4-BE49-F238E27FC236}">
                  <a16:creationId xmlns:a16="http://schemas.microsoft.com/office/drawing/2014/main" id="{C6817248-E3A0-1B5C-5E2D-AB3BABB60AC6}"/>
                </a:ext>
              </a:extLst>
            </p:cNvPr>
            <p:cNvSpPr/>
            <p:nvPr/>
          </p:nvSpPr>
          <p:spPr>
            <a:xfrm flipH="1">
              <a:off x="8714097" y="1665601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Arrow: Right 198">
              <a:extLst>
                <a:ext uri="{FF2B5EF4-FFF2-40B4-BE49-F238E27FC236}">
                  <a16:creationId xmlns:a16="http://schemas.microsoft.com/office/drawing/2014/main" id="{751BBA7F-533A-AC50-888A-C31DA7BC5537}"/>
                </a:ext>
              </a:extLst>
            </p:cNvPr>
            <p:cNvSpPr/>
            <p:nvPr/>
          </p:nvSpPr>
          <p:spPr>
            <a:xfrm flipH="1">
              <a:off x="8047342" y="1665601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Arrow: Right 199">
              <a:extLst>
                <a:ext uri="{FF2B5EF4-FFF2-40B4-BE49-F238E27FC236}">
                  <a16:creationId xmlns:a16="http://schemas.microsoft.com/office/drawing/2014/main" id="{4D9B623C-216A-CC99-924A-C2251D9434DC}"/>
                </a:ext>
              </a:extLst>
            </p:cNvPr>
            <p:cNvSpPr/>
            <p:nvPr/>
          </p:nvSpPr>
          <p:spPr>
            <a:xfrm flipH="1">
              <a:off x="7373620" y="1659253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Arrow: Right 200">
              <a:extLst>
                <a:ext uri="{FF2B5EF4-FFF2-40B4-BE49-F238E27FC236}">
                  <a16:creationId xmlns:a16="http://schemas.microsoft.com/office/drawing/2014/main" id="{5DC50F75-613E-D23A-05B0-11B6ED291435}"/>
                </a:ext>
              </a:extLst>
            </p:cNvPr>
            <p:cNvSpPr/>
            <p:nvPr/>
          </p:nvSpPr>
          <p:spPr>
            <a:xfrm flipH="1">
              <a:off x="5361288" y="1659253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Arrow: Right 201">
              <a:extLst>
                <a:ext uri="{FF2B5EF4-FFF2-40B4-BE49-F238E27FC236}">
                  <a16:creationId xmlns:a16="http://schemas.microsoft.com/office/drawing/2014/main" id="{09B86105-DAC9-39CC-AF2B-E652982173BA}"/>
                </a:ext>
              </a:extLst>
            </p:cNvPr>
            <p:cNvSpPr/>
            <p:nvPr/>
          </p:nvSpPr>
          <p:spPr>
            <a:xfrm flipH="1">
              <a:off x="6705617" y="1668141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Arrow: Right 202">
              <a:extLst>
                <a:ext uri="{FF2B5EF4-FFF2-40B4-BE49-F238E27FC236}">
                  <a16:creationId xmlns:a16="http://schemas.microsoft.com/office/drawing/2014/main" id="{6E720C70-3504-E073-A306-F322F3CDC246}"/>
                </a:ext>
              </a:extLst>
            </p:cNvPr>
            <p:cNvSpPr/>
            <p:nvPr/>
          </p:nvSpPr>
          <p:spPr>
            <a:xfrm flipH="1">
              <a:off x="6025551" y="1669409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Arrow: Right 203">
              <a:extLst>
                <a:ext uri="{FF2B5EF4-FFF2-40B4-BE49-F238E27FC236}">
                  <a16:creationId xmlns:a16="http://schemas.microsoft.com/office/drawing/2014/main" id="{DA13A2C9-EDBE-D452-DC0B-3D05470ECC6C}"/>
                </a:ext>
              </a:extLst>
            </p:cNvPr>
            <p:cNvSpPr/>
            <p:nvPr/>
          </p:nvSpPr>
          <p:spPr>
            <a:xfrm flipH="1">
              <a:off x="4685667" y="1670046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Arrow: Right 204">
              <a:extLst>
                <a:ext uri="{FF2B5EF4-FFF2-40B4-BE49-F238E27FC236}">
                  <a16:creationId xmlns:a16="http://schemas.microsoft.com/office/drawing/2014/main" id="{54479372-94D4-ECDF-D72D-7F660278029D}"/>
                </a:ext>
              </a:extLst>
            </p:cNvPr>
            <p:cNvSpPr/>
            <p:nvPr/>
          </p:nvSpPr>
          <p:spPr>
            <a:xfrm flipH="1">
              <a:off x="3333750" y="1668141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Arrow: Right 205">
              <a:extLst>
                <a:ext uri="{FF2B5EF4-FFF2-40B4-BE49-F238E27FC236}">
                  <a16:creationId xmlns:a16="http://schemas.microsoft.com/office/drawing/2014/main" id="{1062EC25-D8F7-BA35-D5C8-06DEE22904B1}"/>
                </a:ext>
              </a:extLst>
            </p:cNvPr>
            <p:cNvSpPr/>
            <p:nvPr/>
          </p:nvSpPr>
          <p:spPr>
            <a:xfrm flipH="1">
              <a:off x="4013816" y="1664329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Arrow: Right 206">
              <a:extLst>
                <a:ext uri="{FF2B5EF4-FFF2-40B4-BE49-F238E27FC236}">
                  <a16:creationId xmlns:a16="http://schemas.microsoft.com/office/drawing/2014/main" id="{986D235E-CAE4-63E7-29F0-3E9C40FC66DD}"/>
                </a:ext>
              </a:extLst>
            </p:cNvPr>
            <p:cNvSpPr/>
            <p:nvPr/>
          </p:nvSpPr>
          <p:spPr>
            <a:xfrm flipH="1">
              <a:off x="1287776" y="1668141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Arrow: Right 207">
              <a:extLst>
                <a:ext uri="{FF2B5EF4-FFF2-40B4-BE49-F238E27FC236}">
                  <a16:creationId xmlns:a16="http://schemas.microsoft.com/office/drawing/2014/main" id="{A1EBD10E-A835-418F-0372-D2031A1660D8}"/>
                </a:ext>
              </a:extLst>
            </p:cNvPr>
            <p:cNvSpPr/>
            <p:nvPr/>
          </p:nvSpPr>
          <p:spPr>
            <a:xfrm flipH="1">
              <a:off x="624836" y="1668141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Arrow: Right 208">
              <a:extLst>
                <a:ext uri="{FF2B5EF4-FFF2-40B4-BE49-F238E27FC236}">
                  <a16:creationId xmlns:a16="http://schemas.microsoft.com/office/drawing/2014/main" id="{E1DC79C6-DAA5-24EB-2DEE-264F16B574BA}"/>
                </a:ext>
              </a:extLst>
            </p:cNvPr>
            <p:cNvSpPr/>
            <p:nvPr/>
          </p:nvSpPr>
          <p:spPr>
            <a:xfrm flipH="1">
              <a:off x="1969757" y="1668141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Arrow: Right 209">
              <a:extLst>
                <a:ext uri="{FF2B5EF4-FFF2-40B4-BE49-F238E27FC236}">
                  <a16:creationId xmlns:a16="http://schemas.microsoft.com/office/drawing/2014/main" id="{E03D245D-706E-B02E-3953-B1EFCAA03B1A}"/>
                </a:ext>
              </a:extLst>
            </p:cNvPr>
            <p:cNvSpPr/>
            <p:nvPr/>
          </p:nvSpPr>
          <p:spPr>
            <a:xfrm flipH="1">
              <a:off x="2647950" y="1659253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Arrow: Right 210">
              <a:extLst>
                <a:ext uri="{FF2B5EF4-FFF2-40B4-BE49-F238E27FC236}">
                  <a16:creationId xmlns:a16="http://schemas.microsoft.com/office/drawing/2014/main" id="{88A6F46B-E5D0-2302-E03B-12AE37F13CEF}"/>
                </a:ext>
              </a:extLst>
            </p:cNvPr>
            <p:cNvSpPr/>
            <p:nvPr/>
          </p:nvSpPr>
          <p:spPr>
            <a:xfrm flipH="1">
              <a:off x="-62225" y="1664329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Arrow: Right 211">
              <a:extLst>
                <a:ext uri="{FF2B5EF4-FFF2-40B4-BE49-F238E27FC236}">
                  <a16:creationId xmlns:a16="http://schemas.microsoft.com/office/drawing/2014/main" id="{40E855C8-74A5-31E4-CA7C-74A19E674F17}"/>
                </a:ext>
              </a:extLst>
            </p:cNvPr>
            <p:cNvSpPr/>
            <p:nvPr/>
          </p:nvSpPr>
          <p:spPr>
            <a:xfrm flipH="1">
              <a:off x="-752455" y="1659253"/>
              <a:ext cx="102870" cy="10287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5" name="Connector: Curved 214">
              <a:extLst>
                <a:ext uri="{FF2B5EF4-FFF2-40B4-BE49-F238E27FC236}">
                  <a16:creationId xmlns:a16="http://schemas.microsoft.com/office/drawing/2014/main" id="{638C21E8-5172-AB0A-4552-2FB99990B860}"/>
                </a:ext>
              </a:extLst>
            </p:cNvPr>
            <p:cNvCxnSpPr>
              <a:stCxn id="160" idx="1"/>
              <a:endCxn id="167" idx="1"/>
            </p:cNvCxnSpPr>
            <p:nvPr/>
          </p:nvCxnSpPr>
          <p:spPr>
            <a:xfrm flipV="1">
              <a:off x="13493091" y="1703067"/>
              <a:ext cx="1892" cy="3217547"/>
            </a:xfrm>
            <a:prstGeom prst="curvedConnector3">
              <a:avLst>
                <a:gd name="adj1" fmla="val 32891121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8" name="Connector: Curved 217">
              <a:extLst>
                <a:ext uri="{FF2B5EF4-FFF2-40B4-BE49-F238E27FC236}">
                  <a16:creationId xmlns:a16="http://schemas.microsoft.com/office/drawing/2014/main" id="{79B8EE74-7CD2-AB39-1587-E638986086E2}"/>
                </a:ext>
              </a:extLst>
            </p:cNvPr>
            <p:cNvCxnSpPr>
              <a:cxnSpLocks/>
              <a:stCxn id="18" idx="2"/>
              <a:endCxn id="65" idx="1"/>
            </p:cNvCxnSpPr>
            <p:nvPr/>
          </p:nvCxnSpPr>
          <p:spPr>
            <a:xfrm rot="16200000" flipH="1">
              <a:off x="1066799" y="4631690"/>
              <a:ext cx="1" cy="2674619"/>
            </a:xfrm>
            <a:prstGeom prst="curvedConnector3">
              <a:avLst>
                <a:gd name="adj1" fmla="val 22860100000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9" name="Connector: Curved 228">
              <a:extLst>
                <a:ext uri="{FF2B5EF4-FFF2-40B4-BE49-F238E27FC236}">
                  <a16:creationId xmlns:a16="http://schemas.microsoft.com/office/drawing/2014/main" id="{E4CEE779-ED1F-7060-C120-A26302F5AA23}"/>
                </a:ext>
              </a:extLst>
            </p:cNvPr>
            <p:cNvCxnSpPr>
              <a:stCxn id="117" idx="2"/>
              <a:endCxn id="120" idx="1"/>
            </p:cNvCxnSpPr>
            <p:nvPr/>
          </p:nvCxnSpPr>
          <p:spPr>
            <a:xfrm rot="5400000" flipH="1" flipV="1">
              <a:off x="5424484" y="4955862"/>
              <a:ext cx="1907" cy="2011675"/>
            </a:xfrm>
            <a:prstGeom prst="curvedConnector3">
              <a:avLst>
                <a:gd name="adj1" fmla="val -32132826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1" name="Connector: Curved 230">
              <a:extLst>
                <a:ext uri="{FF2B5EF4-FFF2-40B4-BE49-F238E27FC236}">
                  <a16:creationId xmlns:a16="http://schemas.microsoft.com/office/drawing/2014/main" id="{C72A4439-E814-1488-C8FF-7530D5F20923}"/>
                </a:ext>
              </a:extLst>
            </p:cNvPr>
            <p:cNvCxnSpPr>
              <a:stCxn id="138" idx="2"/>
              <a:endCxn id="136" idx="2"/>
            </p:cNvCxnSpPr>
            <p:nvPr/>
          </p:nvCxnSpPr>
          <p:spPr>
            <a:xfrm rot="5400000" flipH="1" flipV="1">
              <a:off x="9118272" y="5287331"/>
              <a:ext cx="1907" cy="1337308"/>
            </a:xfrm>
            <a:prstGeom prst="curvedConnector3">
              <a:avLst>
                <a:gd name="adj1" fmla="val -28103985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6" name="Connector: Curved 245">
              <a:extLst>
                <a:ext uri="{FF2B5EF4-FFF2-40B4-BE49-F238E27FC236}">
                  <a16:creationId xmlns:a16="http://schemas.microsoft.com/office/drawing/2014/main" id="{D9FD41A3-5686-15B2-EA26-A697B0B6C94A}"/>
                </a:ext>
              </a:extLst>
            </p:cNvPr>
            <p:cNvCxnSpPr>
              <a:cxnSpLocks/>
              <a:stCxn id="137" idx="0"/>
              <a:endCxn id="171" idx="1"/>
            </p:cNvCxnSpPr>
            <p:nvPr/>
          </p:nvCxnSpPr>
          <p:spPr>
            <a:xfrm rot="5400000" flipH="1" flipV="1">
              <a:off x="9309729" y="2604132"/>
              <a:ext cx="971550" cy="1356365"/>
            </a:xfrm>
            <a:prstGeom prst="curvedConnector3">
              <a:avLst>
                <a:gd name="adj1" fmla="val 35359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0" name="Connector: Curved 249">
              <a:extLst>
                <a:ext uri="{FF2B5EF4-FFF2-40B4-BE49-F238E27FC236}">
                  <a16:creationId xmlns:a16="http://schemas.microsoft.com/office/drawing/2014/main" id="{87C54811-2CDD-1646-E5A1-54CD81B83379}"/>
                </a:ext>
              </a:extLst>
            </p:cNvPr>
            <p:cNvCxnSpPr>
              <a:stCxn id="138" idx="0"/>
              <a:endCxn id="173" idx="1"/>
            </p:cNvCxnSpPr>
            <p:nvPr/>
          </p:nvCxnSpPr>
          <p:spPr>
            <a:xfrm rot="5400000" flipH="1" flipV="1">
              <a:off x="8297213" y="2949898"/>
              <a:ext cx="973458" cy="666741"/>
            </a:xfrm>
            <a:prstGeom prst="curvedConnector3">
              <a:avLst>
                <a:gd name="adj1" fmla="val 51044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2" name="Connector: Curved 251">
              <a:extLst>
                <a:ext uri="{FF2B5EF4-FFF2-40B4-BE49-F238E27FC236}">
                  <a16:creationId xmlns:a16="http://schemas.microsoft.com/office/drawing/2014/main" id="{70F33F4C-4566-3768-B52E-450C339BAC9E}"/>
                </a:ext>
              </a:extLst>
            </p:cNvPr>
            <p:cNvCxnSpPr>
              <a:stCxn id="117" idx="0"/>
              <a:endCxn id="178" idx="1"/>
            </p:cNvCxnSpPr>
            <p:nvPr/>
          </p:nvCxnSpPr>
          <p:spPr>
            <a:xfrm rot="5400000" flipH="1" flipV="1">
              <a:off x="4598663" y="2617478"/>
              <a:ext cx="979173" cy="1337297"/>
            </a:xfrm>
            <a:prstGeom prst="curvedConnector3">
              <a:avLst>
                <a:gd name="adj1" fmla="val 44812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4" name="Connector: Curved 253">
              <a:extLst>
                <a:ext uri="{FF2B5EF4-FFF2-40B4-BE49-F238E27FC236}">
                  <a16:creationId xmlns:a16="http://schemas.microsoft.com/office/drawing/2014/main" id="{6D69AAE2-AA3F-A3F7-43A5-997BA9220CEB}"/>
                </a:ext>
              </a:extLst>
            </p:cNvPr>
            <p:cNvCxnSpPr>
              <a:stCxn id="118" idx="0"/>
              <a:endCxn id="176" idx="1"/>
            </p:cNvCxnSpPr>
            <p:nvPr/>
          </p:nvCxnSpPr>
          <p:spPr>
            <a:xfrm rot="5400000" flipH="1" flipV="1">
              <a:off x="5607364" y="2275525"/>
              <a:ext cx="977266" cy="2019293"/>
            </a:xfrm>
            <a:prstGeom prst="curvedConnector3">
              <a:avLst>
                <a:gd name="adj1" fmla="val 32326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2" name="Connector: Curved 261">
              <a:extLst>
                <a:ext uri="{FF2B5EF4-FFF2-40B4-BE49-F238E27FC236}">
                  <a16:creationId xmlns:a16="http://schemas.microsoft.com/office/drawing/2014/main" id="{BA11A22B-FC7E-43F3-ABC8-9852755ACE8A}"/>
                </a:ext>
              </a:extLst>
            </p:cNvPr>
            <p:cNvCxnSpPr>
              <a:stCxn id="44" idx="0"/>
              <a:endCxn id="187" idx="1"/>
            </p:cNvCxnSpPr>
            <p:nvPr/>
          </p:nvCxnSpPr>
          <p:spPr>
            <a:xfrm rot="5400000" flipH="1" flipV="1">
              <a:off x="899156" y="2297432"/>
              <a:ext cx="982982" cy="1981194"/>
            </a:xfrm>
            <a:prstGeom prst="curvedConnector3">
              <a:avLst>
                <a:gd name="adj1" fmla="val 57235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4" name="Connector: Curved 263">
              <a:extLst>
                <a:ext uri="{FF2B5EF4-FFF2-40B4-BE49-F238E27FC236}">
                  <a16:creationId xmlns:a16="http://schemas.microsoft.com/office/drawing/2014/main" id="{39C25B7A-DB8C-402C-8F71-5DBD419DF8F5}"/>
                </a:ext>
              </a:extLst>
            </p:cNvPr>
            <p:cNvCxnSpPr>
              <a:stCxn id="60" idx="0"/>
              <a:endCxn id="181" idx="1"/>
            </p:cNvCxnSpPr>
            <p:nvPr/>
          </p:nvCxnSpPr>
          <p:spPr>
            <a:xfrm rot="5400000" flipH="1" flipV="1">
              <a:off x="1916427" y="1950720"/>
              <a:ext cx="982984" cy="2674620"/>
            </a:xfrm>
            <a:prstGeom prst="curvedConnector3">
              <a:avLst>
                <a:gd name="adj1" fmla="val 29328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7" name="Oval 266">
              <a:extLst>
                <a:ext uri="{FF2B5EF4-FFF2-40B4-BE49-F238E27FC236}">
                  <a16:creationId xmlns:a16="http://schemas.microsoft.com/office/drawing/2014/main" id="{B3A8AB0A-4C4F-6F9E-1322-0539081A79B9}"/>
                </a:ext>
              </a:extLst>
            </p:cNvPr>
            <p:cNvSpPr/>
            <p:nvPr/>
          </p:nvSpPr>
          <p:spPr>
            <a:xfrm>
              <a:off x="4701540" y="7813694"/>
              <a:ext cx="310828" cy="29432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E936AC63-C50A-936E-1658-EA468CF99D6A}"/>
                </a:ext>
              </a:extLst>
            </p:cNvPr>
            <p:cNvSpPr txBox="1"/>
            <p:nvPr/>
          </p:nvSpPr>
          <p:spPr>
            <a:xfrm>
              <a:off x="2080258" y="7250710"/>
              <a:ext cx="1828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 layer,</a:t>
              </a:r>
            </a:p>
          </p:txBody>
        </p: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87EED8E1-3C00-2207-ADC5-FA3E9C3B28D7}"/>
                </a:ext>
              </a:extLst>
            </p:cNvPr>
            <p:cNvSpPr txBox="1"/>
            <p:nvPr/>
          </p:nvSpPr>
          <p:spPr>
            <a:xfrm>
              <a:off x="152399" y="7233943"/>
              <a:ext cx="1828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Input/Output,</a:t>
              </a: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330B7CDB-26C7-245C-D53D-71C669BCA79E}"/>
                </a:ext>
              </a:extLst>
            </p:cNvPr>
            <p:cNvSpPr txBox="1"/>
            <p:nvPr/>
          </p:nvSpPr>
          <p:spPr>
            <a:xfrm>
              <a:off x="3928097" y="7250710"/>
              <a:ext cx="42519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 without spatial subsampling,</a:t>
              </a:r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AF02EEFF-B0EE-F09C-C698-EE92D3995368}"/>
                </a:ext>
              </a:extLst>
            </p:cNvPr>
            <p:cNvSpPr txBox="1"/>
            <p:nvPr/>
          </p:nvSpPr>
          <p:spPr>
            <a:xfrm>
              <a:off x="-1341120" y="7179807"/>
              <a:ext cx="107061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Legend:</a:t>
              </a:r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9517D47D-9DAE-154D-8373-8404FD2A5F04}"/>
                </a:ext>
              </a:extLst>
            </p:cNvPr>
            <p:cNvSpPr txBox="1"/>
            <p:nvPr/>
          </p:nvSpPr>
          <p:spPr>
            <a:xfrm>
              <a:off x="5111150" y="7768805"/>
              <a:ext cx="258504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Batch normalization</a:t>
              </a:r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974CD169-1BE6-130C-8EF3-D5AD12DB7F30}"/>
                </a:ext>
              </a:extLst>
            </p:cNvPr>
            <p:cNvSpPr txBox="1"/>
            <p:nvPr/>
          </p:nvSpPr>
          <p:spPr>
            <a:xfrm>
              <a:off x="2078350" y="7764214"/>
              <a:ext cx="26841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 augmentation,</a:t>
              </a:r>
            </a:p>
          </p:txBody>
        </p: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A16CA07A-4BDF-4BE6-A766-D109CF5ABD62}"/>
                </a:ext>
              </a:extLst>
            </p:cNvPr>
            <p:cNvSpPr txBox="1"/>
            <p:nvPr/>
          </p:nvSpPr>
          <p:spPr>
            <a:xfrm>
              <a:off x="205740" y="7740448"/>
              <a:ext cx="12573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Conv3DT,</a:t>
              </a:r>
            </a:p>
          </p:txBody>
        </p:sp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id="{8DD1FA7D-6137-2A21-D628-AB623B3356AA}"/>
                </a:ext>
              </a:extLst>
            </p:cNvPr>
            <p:cNvSpPr txBox="1"/>
            <p:nvPr/>
          </p:nvSpPr>
          <p:spPr>
            <a:xfrm>
              <a:off x="8282944" y="7263676"/>
              <a:ext cx="42519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Conv3D with spatial subsampling,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374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roup 209">
            <a:extLst>
              <a:ext uri="{FF2B5EF4-FFF2-40B4-BE49-F238E27FC236}">
                <a16:creationId xmlns:a16="http://schemas.microsoft.com/office/drawing/2014/main" id="{11194559-072A-AA71-C2AE-C88D6201826C}"/>
              </a:ext>
            </a:extLst>
          </p:cNvPr>
          <p:cNvGrpSpPr/>
          <p:nvPr/>
        </p:nvGrpSpPr>
        <p:grpSpPr>
          <a:xfrm>
            <a:off x="2467951" y="855857"/>
            <a:ext cx="6194047" cy="4344793"/>
            <a:chOff x="2467951" y="855857"/>
            <a:chExt cx="6194047" cy="4344793"/>
          </a:xfrm>
        </p:grpSpPr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DD3F477C-3DB3-0668-0B5C-D2B6FFAFFCDF}"/>
                </a:ext>
              </a:extLst>
            </p:cNvPr>
            <p:cNvSpPr/>
            <p:nvPr/>
          </p:nvSpPr>
          <p:spPr>
            <a:xfrm>
              <a:off x="3089668" y="1642556"/>
              <a:ext cx="4902188" cy="305746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47D10061-4F92-8B76-66DF-3C5EC5E1E6B5}"/>
                </a:ext>
              </a:extLst>
            </p:cNvPr>
            <p:cNvGrpSpPr/>
            <p:nvPr/>
          </p:nvGrpSpPr>
          <p:grpSpPr>
            <a:xfrm>
              <a:off x="2467951" y="855857"/>
              <a:ext cx="6194047" cy="4344793"/>
              <a:chOff x="2467951" y="855857"/>
              <a:chExt cx="6194047" cy="4344793"/>
            </a:xfrm>
          </p:grpSpPr>
          <p:sp>
            <p:nvSpPr>
              <p:cNvPr id="5" name="Flowchart: Connector 4">
                <a:extLst>
                  <a:ext uri="{FF2B5EF4-FFF2-40B4-BE49-F238E27FC236}">
                    <a16:creationId xmlns:a16="http://schemas.microsoft.com/office/drawing/2014/main" id="{1DF7E15C-861F-1968-B2E2-2C266AF29835}"/>
                  </a:ext>
                </a:extLst>
              </p:cNvPr>
              <p:cNvSpPr/>
              <p:nvPr/>
            </p:nvSpPr>
            <p:spPr>
              <a:xfrm>
                <a:off x="5248276" y="2373847"/>
                <a:ext cx="726758" cy="687151"/>
              </a:xfrm>
              <a:prstGeom prst="flowChartConnector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aseline="30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𝐶</a:t>
                </a:r>
                <a:r>
                  <a:rPr lang="ko-KR" altLang="en-US" sz="14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𝑡</a:t>
                </a:r>
                <a:endParaRPr lang="ko-KR" altLang="en-US" sz="1400" baseline="-25000" dirty="0"/>
              </a:p>
            </p:txBody>
          </p:sp>
          <p:sp>
            <p:nvSpPr>
              <p:cNvPr id="6" name="Flowchart: Connector 5">
                <a:extLst>
                  <a:ext uri="{FF2B5EF4-FFF2-40B4-BE49-F238E27FC236}">
                    <a16:creationId xmlns:a16="http://schemas.microsoft.com/office/drawing/2014/main" id="{789DCA72-86C3-922E-991F-0DA2CDC2061E}"/>
                  </a:ext>
                </a:extLst>
              </p:cNvPr>
              <p:cNvSpPr/>
              <p:nvPr/>
            </p:nvSpPr>
            <p:spPr>
              <a:xfrm>
                <a:off x="4245356" y="1758314"/>
                <a:ext cx="466717" cy="428041"/>
              </a:xfrm>
              <a:prstGeom prst="flowChartConnector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𝑖</a:t>
                </a:r>
                <a:r>
                  <a:rPr lang="ko-KR" altLang="en-US" sz="14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𝑡</a:t>
                </a:r>
                <a:endParaRPr lang="ko-KR" altLang="en-US" sz="1400" baseline="-25000" dirty="0"/>
              </a:p>
            </p:txBody>
          </p:sp>
          <p:sp>
            <p:nvSpPr>
              <p:cNvPr id="7" name="Flowchart: Connector 6">
                <a:extLst>
                  <a:ext uri="{FF2B5EF4-FFF2-40B4-BE49-F238E27FC236}">
                    <a16:creationId xmlns:a16="http://schemas.microsoft.com/office/drawing/2014/main" id="{EC363745-7D10-E329-137B-FA87291931D2}"/>
                  </a:ext>
                </a:extLst>
              </p:cNvPr>
              <p:cNvSpPr/>
              <p:nvPr/>
            </p:nvSpPr>
            <p:spPr>
              <a:xfrm>
                <a:off x="7317866" y="1756410"/>
                <a:ext cx="466726" cy="449579"/>
              </a:xfrm>
              <a:prstGeom prst="flowChartConnector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𝑂</a:t>
                </a:r>
                <a:r>
                  <a:rPr lang="ko-KR" altLang="en-US" sz="12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𝑡</a:t>
                </a:r>
                <a:endParaRPr lang="ko-KR" altLang="en-US" sz="1200" baseline="-25000" dirty="0"/>
              </a:p>
            </p:txBody>
          </p:sp>
          <p:sp>
            <p:nvSpPr>
              <p:cNvPr id="8" name="Flowchart: Connector 7">
                <a:extLst>
                  <a:ext uri="{FF2B5EF4-FFF2-40B4-BE49-F238E27FC236}">
                    <a16:creationId xmlns:a16="http://schemas.microsoft.com/office/drawing/2014/main" id="{38DAC4CE-FB5B-CF74-FDE6-CEC2B20C050E}"/>
                  </a:ext>
                </a:extLst>
              </p:cNvPr>
              <p:cNvSpPr/>
              <p:nvPr/>
            </p:nvSpPr>
            <p:spPr>
              <a:xfrm>
                <a:off x="5314092" y="4071740"/>
                <a:ext cx="479701" cy="443109"/>
              </a:xfrm>
              <a:prstGeom prst="flowChartConnector">
                <a:avLst/>
              </a:prstGeom>
              <a:solidFill>
                <a:srgbClr val="4EAAA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𝑓</a:t>
                </a:r>
                <a:r>
                  <a:rPr lang="ko-KR" altLang="en-US" sz="12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𝑡</a:t>
                </a:r>
                <a:endParaRPr lang="ko-KR" altLang="en-US" sz="1200" baseline="-25000" dirty="0"/>
              </a:p>
            </p:txBody>
          </p:sp>
          <p:sp>
            <p:nvSpPr>
              <p:cNvPr id="10" name="Flowchart: Connector 9">
                <a:extLst>
                  <a:ext uri="{FF2B5EF4-FFF2-40B4-BE49-F238E27FC236}">
                    <a16:creationId xmlns:a16="http://schemas.microsoft.com/office/drawing/2014/main" id="{54F8C1FC-22C3-FC00-F776-DDD36A2FB6B5}"/>
                  </a:ext>
                </a:extLst>
              </p:cNvPr>
              <p:cNvSpPr/>
              <p:nvPr/>
            </p:nvSpPr>
            <p:spPr>
              <a:xfrm>
                <a:off x="6587490" y="2539365"/>
                <a:ext cx="314325" cy="304800"/>
              </a:xfrm>
              <a:prstGeom prst="flowChartConnector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b="1" dirty="0">
                    <a:latin typeface="Cambria Math" panose="02040503050406030204" pitchFamily="18" charset="0"/>
                  </a:rPr>
                  <a:t>∼</a:t>
                </a:r>
                <a:endParaRPr lang="ko-KR" altLang="en-US" b="1" dirty="0"/>
              </a:p>
            </p:txBody>
          </p:sp>
          <p:sp>
            <p:nvSpPr>
              <p:cNvPr id="12" name="Flowchart: Connector 11">
                <a:extLst>
                  <a:ext uri="{FF2B5EF4-FFF2-40B4-BE49-F238E27FC236}">
                    <a16:creationId xmlns:a16="http://schemas.microsoft.com/office/drawing/2014/main" id="{B29EC8DF-DE87-7FB2-14D6-002123308025}"/>
                  </a:ext>
                </a:extLst>
              </p:cNvPr>
              <p:cNvSpPr/>
              <p:nvPr/>
            </p:nvSpPr>
            <p:spPr>
              <a:xfrm>
                <a:off x="7459218" y="2588704"/>
                <a:ext cx="190501" cy="180975"/>
              </a:xfrm>
              <a:prstGeom prst="flowChartConnector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/>
                  <a:t>X</a:t>
                </a:r>
                <a:endParaRPr lang="ko-KR" altLang="en-US" sz="1100" dirty="0"/>
              </a:p>
            </p:txBody>
          </p:sp>
          <p:sp>
            <p:nvSpPr>
              <p:cNvPr id="13" name="Flowchart: Connector 12">
                <a:extLst>
                  <a:ext uri="{FF2B5EF4-FFF2-40B4-BE49-F238E27FC236}">
                    <a16:creationId xmlns:a16="http://schemas.microsoft.com/office/drawing/2014/main" id="{1E2CA100-077A-43F4-6261-D79D3E5B7E80}"/>
                  </a:ext>
                </a:extLst>
              </p:cNvPr>
              <p:cNvSpPr/>
              <p:nvPr/>
            </p:nvSpPr>
            <p:spPr>
              <a:xfrm>
                <a:off x="5456959" y="3483152"/>
                <a:ext cx="190501" cy="180975"/>
              </a:xfrm>
              <a:prstGeom prst="flowChartConnector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/>
                  <a:t>X</a:t>
                </a:r>
                <a:endParaRPr lang="ko-KR" altLang="en-US" sz="1100" dirty="0"/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9C19C1A5-1B6F-2718-4FA3-691D41DCF5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32385" y="2726055"/>
                <a:ext cx="714826" cy="595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5FC0EFF7-7DEC-D5E6-83F1-71F021DB7A5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80440" y="2717423"/>
                <a:ext cx="660689" cy="840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3E438987-91A4-42E3-C87E-63EBEE5EED50}"/>
                  </a:ext>
                </a:extLst>
              </p:cNvPr>
              <p:cNvCxnSpPr>
                <a:cxnSpLocks/>
                <a:stCxn id="10" idx="6"/>
              </p:cNvCxnSpPr>
              <p:nvPr/>
            </p:nvCxnSpPr>
            <p:spPr>
              <a:xfrm>
                <a:off x="6901815" y="2691765"/>
                <a:ext cx="55859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6DF56D95-DA62-7E83-A21D-BDA9ADE0764F}"/>
                  </a:ext>
                </a:extLst>
              </p:cNvPr>
              <p:cNvCxnSpPr>
                <a:cxnSpLocks/>
                <a:endCxn id="10" idx="2"/>
              </p:cNvCxnSpPr>
              <p:nvPr/>
            </p:nvCxnSpPr>
            <p:spPr>
              <a:xfrm flipV="1">
                <a:off x="5989081" y="2691765"/>
                <a:ext cx="598409" cy="2565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399868C0-6AE7-607F-0AA2-DB49BF7E47DF}"/>
                  </a:ext>
                </a:extLst>
              </p:cNvPr>
              <p:cNvCxnSpPr>
                <a:cxnSpLocks/>
                <a:stCxn id="8" idx="0"/>
                <a:endCxn id="13" idx="4"/>
              </p:cNvCxnSpPr>
              <p:nvPr/>
            </p:nvCxnSpPr>
            <p:spPr>
              <a:xfrm flipH="1" flipV="1">
                <a:off x="5552210" y="3664127"/>
                <a:ext cx="1733" cy="40761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DA5233F7-7D04-3238-7526-C362C23E31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49719" y="2688717"/>
                <a:ext cx="56197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83833BBA-D490-40FE-5763-DFD61C6B0CB5}"/>
                  </a:ext>
                </a:extLst>
              </p:cNvPr>
              <p:cNvCxnSpPr>
                <a:cxnSpLocks/>
                <a:stCxn id="5" idx="7"/>
                <a:endCxn id="7" idx="2"/>
              </p:cNvCxnSpPr>
              <p:nvPr/>
            </p:nvCxnSpPr>
            <p:spPr>
              <a:xfrm flipV="1">
                <a:off x="5868603" y="1981200"/>
                <a:ext cx="1449263" cy="49327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1299D891-3366-3E28-2B97-E02E540128F0}"/>
                  </a:ext>
                </a:extLst>
              </p:cNvPr>
              <p:cNvCxnSpPr>
                <a:cxnSpLocks/>
                <a:stCxn id="5" idx="1"/>
                <a:endCxn id="6" idx="6"/>
              </p:cNvCxnSpPr>
              <p:nvPr/>
            </p:nvCxnSpPr>
            <p:spPr>
              <a:xfrm flipH="1" flipV="1">
                <a:off x="4712073" y="1972335"/>
                <a:ext cx="642634" cy="50214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4C55854D-774F-AE37-5731-914BB13FAD05}"/>
                  </a:ext>
                </a:extLst>
              </p:cNvPr>
              <p:cNvCxnSpPr>
                <a:cxnSpLocks/>
                <a:stCxn id="6" idx="4"/>
              </p:cNvCxnSpPr>
              <p:nvPr/>
            </p:nvCxnSpPr>
            <p:spPr>
              <a:xfrm>
                <a:off x="4478715" y="2186355"/>
                <a:ext cx="0" cy="41789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387C2901-A95D-326D-3B6B-71D7B3A82BF5}"/>
                  </a:ext>
                </a:extLst>
              </p:cNvPr>
              <p:cNvCxnSpPr>
                <a:cxnSpLocks/>
                <a:endCxn id="6" idx="7"/>
              </p:cNvCxnSpPr>
              <p:nvPr/>
            </p:nvCxnSpPr>
            <p:spPr>
              <a:xfrm flipH="1">
                <a:off x="4643724" y="1510665"/>
                <a:ext cx="112079" cy="31033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E78A0D8A-3B88-82FE-9975-124983385613}"/>
                  </a:ext>
                </a:extLst>
              </p:cNvPr>
              <p:cNvCxnSpPr>
                <a:cxnSpLocks/>
                <a:endCxn id="6" idx="1"/>
              </p:cNvCxnSpPr>
              <p:nvPr/>
            </p:nvCxnSpPr>
            <p:spPr>
              <a:xfrm>
                <a:off x="4134086" y="1510665"/>
                <a:ext cx="179619" cy="31033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E6683358-DA3E-1CF4-FA33-799420344006}"/>
                  </a:ext>
                </a:extLst>
              </p:cNvPr>
              <p:cNvCxnSpPr>
                <a:cxnSpLocks/>
                <a:endCxn id="7" idx="7"/>
              </p:cNvCxnSpPr>
              <p:nvPr/>
            </p:nvCxnSpPr>
            <p:spPr>
              <a:xfrm flipH="1">
                <a:off x="7716242" y="1489710"/>
                <a:ext cx="182650" cy="3325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8A108BE4-CAF3-C4BC-B94A-C14DACD5FCC2}"/>
                  </a:ext>
                </a:extLst>
              </p:cNvPr>
              <p:cNvCxnSpPr>
                <a:cxnSpLocks/>
                <a:endCxn id="7" idx="1"/>
              </p:cNvCxnSpPr>
              <p:nvPr/>
            </p:nvCxnSpPr>
            <p:spPr>
              <a:xfrm>
                <a:off x="7165467" y="1489710"/>
                <a:ext cx="220749" cy="3325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F9A37F08-C45F-AC7B-5DD6-24488CE3C325}"/>
                  </a:ext>
                </a:extLst>
              </p:cNvPr>
              <p:cNvCxnSpPr>
                <a:cxnSpLocks/>
                <a:endCxn id="7" idx="0"/>
              </p:cNvCxnSpPr>
              <p:nvPr/>
            </p:nvCxnSpPr>
            <p:spPr>
              <a:xfrm>
                <a:off x="7551229" y="1190350"/>
                <a:ext cx="0" cy="56606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3EAF480C-4558-E1A7-C3F3-D920E3E960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604055" y="4509411"/>
                <a:ext cx="300895" cy="37964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EBCF7970-D00A-B006-7423-784D963306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06471" y="4517236"/>
                <a:ext cx="224698" cy="35107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FFCC2260-2B2D-EEF1-AE74-379E033D41D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71477" y="4510537"/>
                <a:ext cx="0" cy="2880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49BE2BDF-9301-F6D6-19E7-361F2EF8276D}"/>
                  </a:ext>
                </a:extLst>
              </p:cNvPr>
              <p:cNvGrpSpPr/>
              <p:nvPr/>
            </p:nvGrpSpPr>
            <p:grpSpPr>
              <a:xfrm>
                <a:off x="2666218" y="2499229"/>
                <a:ext cx="961883" cy="500955"/>
                <a:chOff x="1331309" y="2445176"/>
                <a:chExt cx="961883" cy="500955"/>
              </a:xfrm>
            </p:grpSpPr>
            <p:sp>
              <p:nvSpPr>
                <p:cNvPr id="9" name="Flowchart: Connector 8">
                  <a:extLst>
                    <a:ext uri="{FF2B5EF4-FFF2-40B4-BE49-F238E27FC236}">
                      <a16:creationId xmlns:a16="http://schemas.microsoft.com/office/drawing/2014/main" id="{00E62BDC-0C64-B414-1D93-3AC23420AB04}"/>
                    </a:ext>
                  </a:extLst>
                </p:cNvPr>
                <p:cNvSpPr/>
                <p:nvPr/>
              </p:nvSpPr>
              <p:spPr>
                <a:xfrm>
                  <a:off x="1895473" y="2524125"/>
                  <a:ext cx="397719" cy="356090"/>
                </a:xfrm>
                <a:prstGeom prst="flowChartConnec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b="1" dirty="0">
                      <a:latin typeface="Cambria Math" panose="02040503050406030204" pitchFamily="18" charset="0"/>
                    </a:rPr>
                    <a:t>∼</a:t>
                  </a:r>
                  <a:endParaRPr lang="ko-KR" altLang="en-US" b="1" dirty="0"/>
                </a:p>
              </p:txBody>
            </p:sp>
            <p:cxnSp>
              <p:nvCxnSpPr>
                <p:cNvPr id="69" name="Straight Arrow Connector 68">
                  <a:extLst>
                    <a:ext uri="{FF2B5EF4-FFF2-40B4-BE49-F238E27FC236}">
                      <a16:creationId xmlns:a16="http://schemas.microsoft.com/office/drawing/2014/main" id="{0B1E5B34-90EB-6D0B-D519-98D1BB80C5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31309" y="2677730"/>
                  <a:ext cx="573767" cy="1612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Arrow Connector 72">
                  <a:extLst>
                    <a:ext uri="{FF2B5EF4-FFF2-40B4-BE49-F238E27FC236}">
                      <a16:creationId xmlns:a16="http://schemas.microsoft.com/office/drawing/2014/main" id="{5008F0C3-4BFB-A365-219B-B65319AD3A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14046" y="2728933"/>
                  <a:ext cx="294150" cy="21719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Arrow Connector 74">
                  <a:extLst>
                    <a:ext uri="{FF2B5EF4-FFF2-40B4-BE49-F238E27FC236}">
                      <a16:creationId xmlns:a16="http://schemas.microsoft.com/office/drawing/2014/main" id="{FBC2FD1B-FB45-0F99-63B5-116AA24CFA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81148" y="2445176"/>
                  <a:ext cx="322146" cy="21003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EA6E5C84-B72D-E205-067F-19C93E4CA2E1}"/>
                  </a:ext>
                </a:extLst>
              </p:cNvPr>
              <p:cNvSpPr/>
              <p:nvPr/>
            </p:nvSpPr>
            <p:spPr>
              <a:xfrm>
                <a:off x="3197734" y="1851846"/>
                <a:ext cx="981075" cy="2030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Gate</a:t>
                </a:r>
                <a:endParaRPr lang="ko-KR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66691653-7CC3-7B15-7B67-7C8269A17DFF}"/>
                  </a:ext>
                </a:extLst>
              </p:cNvPr>
              <p:cNvSpPr/>
              <p:nvPr/>
            </p:nvSpPr>
            <p:spPr>
              <a:xfrm>
                <a:off x="6193158" y="1642556"/>
                <a:ext cx="1102305" cy="2030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</a:t>
                </a:r>
                <a:r>
                  <a:rPr lang="en-US" altLang="ko-KR" sz="1100" b="1" dirty="0"/>
                  <a:t> </a:t>
                </a:r>
                <a:r>
                  <a:rPr lang="en-US" altLang="ko-K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Gate</a:t>
                </a:r>
                <a:endParaRPr lang="ko-KR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51D3ECCC-945A-C5B4-B437-6FD3DB002E89}"/>
                  </a:ext>
                </a:extLst>
              </p:cNvPr>
              <p:cNvSpPr/>
              <p:nvPr/>
            </p:nvSpPr>
            <p:spPr>
              <a:xfrm>
                <a:off x="5248276" y="2105025"/>
                <a:ext cx="545517" cy="2667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Cell</a:t>
                </a:r>
                <a:endParaRPr lang="ko-KR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89ED7628-B614-5AA5-32E8-0820E0F79372}"/>
                  </a:ext>
                </a:extLst>
              </p:cNvPr>
              <p:cNvSpPr/>
              <p:nvPr/>
            </p:nvSpPr>
            <p:spPr>
              <a:xfrm>
                <a:off x="5836233" y="4155912"/>
                <a:ext cx="1123951" cy="20766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Forget</a:t>
                </a:r>
                <a:r>
                  <a:rPr lang="en-US" altLang="ko-KR" sz="1100" b="1" dirty="0"/>
                  <a:t> </a:t>
                </a:r>
                <a:r>
                  <a:rPr lang="en-US" altLang="ko-K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Gate</a:t>
                </a:r>
                <a:endParaRPr lang="ko-KR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5D8A2755-136E-F7B9-2893-7F71C80F344A}"/>
                  </a:ext>
                </a:extLst>
              </p:cNvPr>
              <p:cNvSpPr/>
              <p:nvPr/>
            </p:nvSpPr>
            <p:spPr>
              <a:xfrm>
                <a:off x="4166328" y="1050057"/>
                <a:ext cx="621717" cy="30344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latin typeface="Cambria Math" panose="02040503050406030204" pitchFamily="18" charset="0"/>
                  </a:rPr>
                  <a:t>𝒳</a:t>
                </a:r>
                <a:r>
                  <a:rPr lang="en-US" altLang="ko-KR" baseline="-25000" dirty="0">
                    <a:latin typeface="Cambria Math" panose="02040503050406030204" pitchFamily="18" charset="0"/>
                  </a:rPr>
                  <a:t>t</a:t>
                </a:r>
                <a:endParaRPr lang="ko-KR" altLang="en-US" sz="1100" baseline="-25000" dirty="0"/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E837C4E7-322E-4EB6-4E9A-2C82A6D4C58E}"/>
                  </a:ext>
                </a:extLst>
              </p:cNvPr>
              <p:cNvSpPr/>
              <p:nvPr/>
            </p:nvSpPr>
            <p:spPr>
              <a:xfrm>
                <a:off x="7234503" y="855857"/>
                <a:ext cx="621717" cy="30344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latin typeface="Cambria Math" panose="02040503050406030204" pitchFamily="18" charset="0"/>
                  </a:rPr>
                  <a:t>𝒳</a:t>
                </a:r>
                <a:r>
                  <a:rPr lang="en-US" altLang="ko-KR" baseline="-25000" dirty="0">
                    <a:latin typeface="Cambria Math" panose="02040503050406030204" pitchFamily="18" charset="0"/>
                  </a:rPr>
                  <a:t>t</a:t>
                </a:r>
                <a:endParaRPr lang="ko-KR" altLang="en-US" sz="1100" baseline="-25000" dirty="0"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30AC15DF-7590-6453-8203-B35D23DA2348}"/>
                  </a:ext>
                </a:extLst>
              </p:cNvPr>
              <p:cNvSpPr/>
              <p:nvPr/>
            </p:nvSpPr>
            <p:spPr>
              <a:xfrm>
                <a:off x="5191126" y="4897204"/>
                <a:ext cx="621717" cy="30344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latin typeface="Cambria Math" panose="02040503050406030204" pitchFamily="18" charset="0"/>
                  </a:rPr>
                  <a:t>𝒳</a:t>
                </a:r>
                <a:r>
                  <a:rPr lang="en-US" altLang="ko-KR" baseline="-25000" dirty="0">
                    <a:latin typeface="Cambria Math" panose="02040503050406030204" pitchFamily="18" charset="0"/>
                  </a:rPr>
                  <a:t>t</a:t>
                </a:r>
                <a:endParaRPr lang="ko-KR" altLang="en-US" sz="1100" baseline="-25000" dirty="0"/>
              </a:p>
              <a:p>
                <a:pPr algn="ctr"/>
                <a:endParaRPr lang="ko-KR" altLang="en-US" sz="1100" dirty="0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13AE7F34-AB45-5E80-6A9D-3E08C1BDB9BF}"/>
                  </a:ext>
                </a:extLst>
              </p:cNvPr>
              <p:cNvSpPr/>
              <p:nvPr/>
            </p:nvSpPr>
            <p:spPr>
              <a:xfrm>
                <a:off x="2467951" y="2424789"/>
                <a:ext cx="621717" cy="30344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latin typeface="Cambria Math" panose="02040503050406030204" pitchFamily="18" charset="0"/>
                  </a:rPr>
                  <a:t>𝒳</a:t>
                </a:r>
                <a:r>
                  <a:rPr lang="en-US" altLang="ko-KR" baseline="-25000" dirty="0">
                    <a:latin typeface="Cambria Math" panose="02040503050406030204" pitchFamily="18" charset="0"/>
                  </a:rPr>
                  <a:t>t</a:t>
                </a:r>
                <a:endParaRPr lang="ko-KR" altLang="en-US" sz="1100" baseline="-25000" dirty="0"/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2D951881-39B7-A4FA-20C6-6FF33766B3AC}"/>
                  </a:ext>
                </a:extLst>
              </p:cNvPr>
              <p:cNvSpPr/>
              <p:nvPr/>
            </p:nvSpPr>
            <p:spPr>
              <a:xfrm>
                <a:off x="8040281" y="2511632"/>
                <a:ext cx="621717" cy="30344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latin typeface="Cambria Math" panose="02040503050406030204" pitchFamily="18" charset="0"/>
                  </a:rPr>
                  <a:t>𝐻</a:t>
                </a:r>
                <a:r>
                  <a:rPr lang="ko-KR" altLang="en-US" baseline="-25000" dirty="0">
                    <a:latin typeface="Cambria Math" panose="02040503050406030204" pitchFamily="18" charset="0"/>
                  </a:rPr>
                  <a:t>𝑡</a:t>
                </a:r>
                <a:endParaRPr lang="ko-KR" altLang="en-US" sz="1100" baseline="-25000" dirty="0"/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3C809C-61E3-09CC-81B7-ED8F68DEABE7}"/>
                  </a:ext>
                </a:extLst>
              </p:cNvPr>
              <p:cNvSpPr txBox="1"/>
              <p:nvPr/>
            </p:nvSpPr>
            <p:spPr>
              <a:xfrm>
                <a:off x="4271647" y="2515002"/>
                <a:ext cx="41846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⊗</a:t>
                </a:r>
                <a:endParaRPr lang="en-US" dirty="0"/>
              </a:p>
            </p:txBody>
          </p: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C1F08C49-CC38-4611-0E60-5A4FD9F9A2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65320" y="1388004"/>
                <a:ext cx="0" cy="381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9" name="Connector: Curved 158">
                <a:extLst>
                  <a:ext uri="{FF2B5EF4-FFF2-40B4-BE49-F238E27FC236}">
                    <a16:creationId xmlns:a16="http://schemas.microsoft.com/office/drawing/2014/main" id="{74E669DD-5AFA-0B07-05B0-C08FE4177367}"/>
                  </a:ext>
                </a:extLst>
              </p:cNvPr>
              <p:cNvCxnSpPr>
                <a:stCxn id="5" idx="4"/>
                <a:endCxn id="13" idx="6"/>
              </p:cNvCxnSpPr>
              <p:nvPr/>
            </p:nvCxnSpPr>
            <p:spPr>
              <a:xfrm rot="16200000" flipH="1">
                <a:off x="5373236" y="3299416"/>
                <a:ext cx="512642" cy="35805"/>
              </a:xfrm>
              <a:prstGeom prst="curvedConnector4">
                <a:avLst>
                  <a:gd name="adj1" fmla="val -2824"/>
                  <a:gd name="adj2" fmla="val 716936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3" name="Connector: Curved 162">
                <a:extLst>
                  <a:ext uri="{FF2B5EF4-FFF2-40B4-BE49-F238E27FC236}">
                    <a16:creationId xmlns:a16="http://schemas.microsoft.com/office/drawing/2014/main" id="{711E2AD0-B21A-A5EA-CA4E-D369E07B0D3B}"/>
                  </a:ext>
                </a:extLst>
              </p:cNvPr>
              <p:cNvCxnSpPr>
                <a:stCxn id="13" idx="2"/>
                <a:endCxn id="5" idx="4"/>
              </p:cNvCxnSpPr>
              <p:nvPr/>
            </p:nvCxnSpPr>
            <p:spPr>
              <a:xfrm rot="10800000" flipH="1">
                <a:off x="5456959" y="3060998"/>
                <a:ext cx="154696" cy="512642"/>
              </a:xfrm>
              <a:prstGeom prst="curvedConnector4">
                <a:avLst>
                  <a:gd name="adj1" fmla="val -112308"/>
                  <a:gd name="adj2" fmla="val 104013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9" name="Connector: Curved 178">
                <a:extLst>
                  <a:ext uri="{FF2B5EF4-FFF2-40B4-BE49-F238E27FC236}">
                    <a16:creationId xmlns:a16="http://schemas.microsoft.com/office/drawing/2014/main" id="{B90E558D-AE30-585E-DF48-0895A9173BC3}"/>
                  </a:ext>
                </a:extLst>
              </p:cNvPr>
              <p:cNvCxnSpPr>
                <a:stCxn id="5" idx="3"/>
                <a:endCxn id="8" idx="2"/>
              </p:cNvCxnSpPr>
              <p:nvPr/>
            </p:nvCxnSpPr>
            <p:spPr>
              <a:xfrm rot="5400000">
                <a:off x="4667936" y="3606524"/>
                <a:ext cx="1332928" cy="40615"/>
              </a:xfrm>
              <a:prstGeom prst="curvedConnector4">
                <a:avLst>
                  <a:gd name="adj1" fmla="val -46"/>
                  <a:gd name="adj2" fmla="val 1608428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0" name="Straight Arrow Connector 189">
                <a:extLst>
                  <a:ext uri="{FF2B5EF4-FFF2-40B4-BE49-F238E27FC236}">
                    <a16:creationId xmlns:a16="http://schemas.microsoft.com/office/drawing/2014/main" id="{967F419E-16D0-88AD-C2A3-15C75BBA8E31}"/>
                  </a:ext>
                </a:extLst>
              </p:cNvPr>
              <p:cNvCxnSpPr>
                <a:cxnSpLocks/>
                <a:stCxn id="7" idx="4"/>
                <a:endCxn id="12" idx="0"/>
              </p:cNvCxnSpPr>
              <p:nvPr/>
            </p:nvCxnSpPr>
            <p:spPr>
              <a:xfrm>
                <a:off x="7551229" y="2205989"/>
                <a:ext cx="3240" cy="38271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33901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6">
            <a:extLst>
              <a:ext uri="{FF2B5EF4-FFF2-40B4-BE49-F238E27FC236}">
                <a16:creationId xmlns:a16="http://schemas.microsoft.com/office/drawing/2014/main" id="{3876A733-29C7-F150-C226-9AF4DCFE3E00}"/>
              </a:ext>
            </a:extLst>
          </p:cNvPr>
          <p:cNvGrpSpPr/>
          <p:nvPr/>
        </p:nvGrpSpPr>
        <p:grpSpPr>
          <a:xfrm>
            <a:off x="-213359" y="0"/>
            <a:ext cx="11155681" cy="4104640"/>
            <a:chOff x="-213359" y="0"/>
            <a:chExt cx="11155681" cy="410464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5CFD5B4-7005-AD66-520E-AE4160AEDAEA}"/>
                </a:ext>
              </a:extLst>
            </p:cNvPr>
            <p:cNvSpPr/>
            <p:nvPr/>
          </p:nvSpPr>
          <p:spPr>
            <a:xfrm>
              <a:off x="-213359" y="0"/>
              <a:ext cx="11155680" cy="4104640"/>
            </a:xfrm>
            <a:prstGeom prst="rect">
              <a:avLst/>
            </a:prstGeom>
            <a:solidFill>
              <a:schemeClr val="bg1"/>
            </a:solidFill>
            <a:ln w="28575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382130F-CC01-9EF2-174C-DC052B88E338}"/>
                </a:ext>
              </a:extLst>
            </p:cNvPr>
            <p:cNvGrpSpPr/>
            <p:nvPr/>
          </p:nvGrpSpPr>
          <p:grpSpPr>
            <a:xfrm>
              <a:off x="-111745" y="961129"/>
              <a:ext cx="4386324" cy="1659138"/>
              <a:chOff x="-10664" y="1051616"/>
              <a:chExt cx="4386324" cy="1659138"/>
            </a:xfrm>
          </p:grpSpPr>
          <p:sp>
            <p:nvSpPr>
              <p:cNvPr id="4" name="Flowchart: Alternate Process 3">
                <a:extLst>
                  <a:ext uri="{FF2B5EF4-FFF2-40B4-BE49-F238E27FC236}">
                    <a16:creationId xmlns:a16="http://schemas.microsoft.com/office/drawing/2014/main" id="{6BCF9763-F6A4-AAC6-AAEC-0CD61C8CBFF9}"/>
                  </a:ext>
                </a:extLst>
              </p:cNvPr>
              <p:cNvSpPr/>
              <p:nvPr/>
            </p:nvSpPr>
            <p:spPr>
              <a:xfrm rot="16200000">
                <a:off x="27769" y="1569951"/>
                <a:ext cx="1659137" cy="622470"/>
              </a:xfrm>
              <a:prstGeom prst="flowChartAlternateProces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Weight Layer (</a:t>
                </a:r>
                <a:r>
                  <a:rPr lang="en-US" altLang="ko-KR" dirty="0" err="1"/>
                  <a:t>i</a:t>
                </a:r>
                <a:r>
                  <a:rPr lang="en-US" altLang="ko-KR" dirty="0"/>
                  <a:t>)</a:t>
                </a:r>
                <a:endParaRPr lang="ko-KR" altLang="en-US" dirty="0"/>
              </a:p>
            </p:txBody>
          </p:sp>
          <p:sp>
            <p:nvSpPr>
              <p:cNvPr id="5" name="Flowchart: Alternate Process 4">
                <a:extLst>
                  <a:ext uri="{FF2B5EF4-FFF2-40B4-BE49-F238E27FC236}">
                    <a16:creationId xmlns:a16="http://schemas.microsoft.com/office/drawing/2014/main" id="{980868DF-970C-AAC9-C668-6437A75E6DEB}"/>
                  </a:ext>
                </a:extLst>
              </p:cNvPr>
              <p:cNvSpPr/>
              <p:nvPr/>
            </p:nvSpPr>
            <p:spPr>
              <a:xfrm rot="16200000">
                <a:off x="1315359" y="1569949"/>
                <a:ext cx="1659137" cy="622471"/>
              </a:xfrm>
              <a:prstGeom prst="flowChartAlternateProcess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Weight Layer (i+1)</a:t>
                </a:r>
                <a:endParaRPr lang="ko-KR" altLang="en-US" dirty="0"/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1AD8806E-2E72-4947-43F2-C8D656CC9E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74" y="1881186"/>
                <a:ext cx="48991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DEE7CB20-CA58-2B85-9853-E86F2BC3F63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01960" y="1881185"/>
                <a:ext cx="596807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2875AE31-6AFC-DB38-2F75-9AFD5EDFD3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8577" y="1881184"/>
                <a:ext cx="406068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DDB9F92D-D0B3-5277-E900-54EE3C34720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71633" y="1879600"/>
                <a:ext cx="904951" cy="158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8AC188D7-9A6D-9E0B-5524-A50D0AE098C6}"/>
                  </a:ext>
                </a:extLst>
              </p:cNvPr>
              <p:cNvSpPr/>
              <p:nvPr/>
            </p:nvSpPr>
            <p:spPr>
              <a:xfrm>
                <a:off x="2738552" y="2142128"/>
                <a:ext cx="1637108" cy="29127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/>
                  <a:t>H(X)=F(X)+X</a:t>
                </a:r>
                <a:endParaRPr lang="ko-KR" altLang="en-US" sz="1600" dirty="0"/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A575CF69-8803-F35B-3DDB-1FD37AD876DC}"/>
                  </a:ext>
                </a:extLst>
              </p:cNvPr>
              <p:cNvSpPr/>
              <p:nvPr/>
            </p:nvSpPr>
            <p:spPr>
              <a:xfrm>
                <a:off x="3340937" y="1610852"/>
                <a:ext cx="691786" cy="2452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/>
                  <a:t>ReLU</a:t>
                </a:r>
                <a:endParaRPr lang="ko-KR" altLang="en-US" sz="1600" dirty="0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FC922352-F0B7-AFDC-F994-5EF0B9D2C11F}"/>
                  </a:ext>
                </a:extLst>
              </p:cNvPr>
              <p:cNvSpPr/>
              <p:nvPr/>
            </p:nvSpPr>
            <p:spPr>
              <a:xfrm>
                <a:off x="1236242" y="2027273"/>
                <a:ext cx="482796" cy="2452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/>
                  <a:t>F(X)</a:t>
                </a:r>
                <a:endParaRPr lang="ko-KR" altLang="en-US" sz="1400" dirty="0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B6BF2A94-0A94-E83E-DAD7-71A308A42A59}"/>
                  </a:ext>
                </a:extLst>
              </p:cNvPr>
              <p:cNvSpPr/>
              <p:nvPr/>
            </p:nvSpPr>
            <p:spPr>
              <a:xfrm>
                <a:off x="1145552" y="1540648"/>
                <a:ext cx="691786" cy="2452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/>
                  <a:t>ReLU</a:t>
                </a:r>
                <a:endParaRPr lang="ko-KR" altLang="en-US" sz="1600" dirty="0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12EE3877-3742-AE7D-3FA4-750F5A655933}"/>
                  </a:ext>
                </a:extLst>
              </p:cNvPr>
              <p:cNvSpPr/>
              <p:nvPr/>
            </p:nvSpPr>
            <p:spPr>
              <a:xfrm>
                <a:off x="-10664" y="1553754"/>
                <a:ext cx="482796" cy="2452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/>
                  <a:t>X</a:t>
                </a:r>
                <a:endParaRPr lang="ko-KR" altLang="en-US" sz="1400" dirty="0"/>
              </a:p>
            </p:txBody>
          </p:sp>
          <p:cxnSp>
            <p:nvCxnSpPr>
              <p:cNvPr id="85" name="Connector: Curved 84">
                <a:extLst>
                  <a:ext uri="{FF2B5EF4-FFF2-40B4-BE49-F238E27FC236}">
                    <a16:creationId xmlns:a16="http://schemas.microsoft.com/office/drawing/2014/main" id="{7E8DD19F-2B8D-6C08-6049-C444714471C6}"/>
                  </a:ext>
                </a:extLst>
              </p:cNvPr>
              <p:cNvCxnSpPr>
                <a:cxnSpLocks/>
                <a:stCxn id="81" idx="0"/>
                <a:endCxn id="92" idx="0"/>
              </p:cNvCxnSpPr>
              <p:nvPr/>
            </p:nvCxnSpPr>
            <p:spPr>
              <a:xfrm rot="16200000" flipH="1">
                <a:off x="1609653" y="174834"/>
                <a:ext cx="157505" cy="2915344"/>
              </a:xfrm>
              <a:prstGeom prst="curvedConnector3">
                <a:avLst>
                  <a:gd name="adj1" fmla="val -625062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2" name="Flowchart: Or 91">
                <a:extLst>
                  <a:ext uri="{FF2B5EF4-FFF2-40B4-BE49-F238E27FC236}">
                    <a16:creationId xmlns:a16="http://schemas.microsoft.com/office/drawing/2014/main" id="{F9840DE3-7A71-A977-F481-5E673FFB4FA4}"/>
                  </a:ext>
                </a:extLst>
              </p:cNvPr>
              <p:cNvSpPr/>
              <p:nvPr/>
            </p:nvSpPr>
            <p:spPr>
              <a:xfrm>
                <a:off x="2965594" y="1711259"/>
                <a:ext cx="360968" cy="335064"/>
              </a:xfrm>
              <a:prstGeom prst="flowChartOr">
                <a:avLst/>
              </a:prstGeom>
              <a:solidFill>
                <a:srgbClr val="00B0F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115035A3-D4C7-0B62-5B32-74D02F24026B}"/>
                </a:ext>
              </a:extLst>
            </p:cNvPr>
            <p:cNvGrpSpPr/>
            <p:nvPr/>
          </p:nvGrpSpPr>
          <p:grpSpPr>
            <a:xfrm>
              <a:off x="4239878" y="526849"/>
              <a:ext cx="6702444" cy="2536553"/>
              <a:chOff x="4672694" y="1544881"/>
              <a:chExt cx="6702444" cy="2536553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2ED17F63-968E-CC6C-CAF7-520AE0292161}"/>
                  </a:ext>
                </a:extLst>
              </p:cNvPr>
              <p:cNvGrpSpPr/>
              <p:nvPr/>
            </p:nvGrpSpPr>
            <p:grpSpPr>
              <a:xfrm>
                <a:off x="8708398" y="2425175"/>
                <a:ext cx="1610057" cy="1030599"/>
                <a:chOff x="9241798" y="2526775"/>
                <a:chExt cx="1610057" cy="1030599"/>
              </a:xfrm>
            </p:grpSpPr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92E5C636-BCE3-6295-0A93-8F16EEAC918E}"/>
                    </a:ext>
                  </a:extLst>
                </p:cNvPr>
                <p:cNvSpPr/>
                <p:nvPr/>
              </p:nvSpPr>
              <p:spPr>
                <a:xfrm>
                  <a:off x="9241798" y="2526775"/>
                  <a:ext cx="1171575" cy="714375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D875159C-7CD6-D0A8-F101-371AC40A4599}"/>
                    </a:ext>
                  </a:extLst>
                </p:cNvPr>
                <p:cNvSpPr/>
                <p:nvPr/>
              </p:nvSpPr>
              <p:spPr>
                <a:xfrm>
                  <a:off x="9283710" y="2555351"/>
                  <a:ext cx="1171575" cy="714375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A8EF46F9-A810-C8F5-C7AD-D9C1AA12135A}"/>
                    </a:ext>
                  </a:extLst>
                </p:cNvPr>
                <p:cNvSpPr/>
                <p:nvPr/>
              </p:nvSpPr>
              <p:spPr>
                <a:xfrm>
                  <a:off x="9326473" y="2583925"/>
                  <a:ext cx="1172625" cy="704845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CFE5910-DA03-5112-F08C-542D67C8028C}"/>
                    </a:ext>
                  </a:extLst>
                </p:cNvPr>
                <p:cNvSpPr/>
                <p:nvPr/>
              </p:nvSpPr>
              <p:spPr>
                <a:xfrm>
                  <a:off x="9374193" y="2610595"/>
                  <a:ext cx="1163482" cy="704845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628F194C-F888-F351-3A9B-4A32877588E3}"/>
                    </a:ext>
                  </a:extLst>
                </p:cNvPr>
                <p:cNvSpPr/>
                <p:nvPr/>
              </p:nvSpPr>
              <p:spPr>
                <a:xfrm>
                  <a:off x="9420225" y="2637267"/>
                  <a:ext cx="1158240" cy="704844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F10DAAB-277E-017C-5B2C-FC0B0C5E3920}"/>
                    </a:ext>
                  </a:extLst>
                </p:cNvPr>
                <p:cNvSpPr/>
                <p:nvPr/>
              </p:nvSpPr>
              <p:spPr>
                <a:xfrm>
                  <a:off x="9463494" y="2663938"/>
                  <a:ext cx="1158240" cy="697224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BF5C0EC2-CD35-1F4A-FF39-0B481CB08644}"/>
                    </a:ext>
                  </a:extLst>
                </p:cNvPr>
                <p:cNvSpPr/>
                <p:nvPr/>
              </p:nvSpPr>
              <p:spPr>
                <a:xfrm>
                  <a:off x="9504688" y="2690602"/>
                  <a:ext cx="1158240" cy="714375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AE4957CD-A5BF-66EC-E66D-FAAAC1BC9C75}"/>
                    </a:ext>
                  </a:extLst>
                </p:cNvPr>
                <p:cNvSpPr/>
                <p:nvPr/>
              </p:nvSpPr>
              <p:spPr>
                <a:xfrm>
                  <a:off x="9542790" y="2719178"/>
                  <a:ext cx="1158240" cy="714375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632F1669-E773-521A-B9FC-51F6FA444568}"/>
                    </a:ext>
                  </a:extLst>
                </p:cNvPr>
                <p:cNvSpPr/>
                <p:nvPr/>
              </p:nvSpPr>
              <p:spPr>
                <a:xfrm>
                  <a:off x="9580412" y="2749657"/>
                  <a:ext cx="1154429" cy="709855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7F6DC6E1-C5DB-CE10-3CA2-5DE3EFA976A7}"/>
                    </a:ext>
                  </a:extLst>
                </p:cNvPr>
                <p:cNvSpPr/>
                <p:nvPr/>
              </p:nvSpPr>
              <p:spPr>
                <a:xfrm>
                  <a:off x="9620250" y="2778233"/>
                  <a:ext cx="1152213" cy="71437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E4AE72D9-327A-3F89-1D8E-C0622CC763C5}"/>
                    </a:ext>
                  </a:extLst>
                </p:cNvPr>
                <p:cNvSpPr/>
                <p:nvPr/>
              </p:nvSpPr>
              <p:spPr>
                <a:xfrm>
                  <a:off x="9659946" y="2812523"/>
                  <a:ext cx="1152213" cy="714375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ED5E661B-C415-9A1D-B744-12C055416EBC}"/>
                    </a:ext>
                  </a:extLst>
                </p:cNvPr>
                <p:cNvSpPr/>
                <p:nvPr/>
              </p:nvSpPr>
              <p:spPr>
                <a:xfrm>
                  <a:off x="9705428" y="2842999"/>
                  <a:ext cx="1146427" cy="714375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/>
                    <a:t>Layer(i+2)</a:t>
                  </a:r>
                  <a:endParaRPr lang="ko-KR" altLang="en-US" dirty="0"/>
                </a:p>
              </p:txBody>
            </p:sp>
          </p:grp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CCC11159-57EB-B14B-A4BD-D9A47774D75F}"/>
                  </a:ext>
                </a:extLst>
              </p:cNvPr>
              <p:cNvSpPr/>
              <p:nvPr/>
            </p:nvSpPr>
            <p:spPr>
              <a:xfrm>
                <a:off x="4989726" y="2350559"/>
                <a:ext cx="1164426" cy="714375"/>
              </a:xfrm>
              <a:prstGeom prst="rect">
                <a:avLst/>
              </a:prstGeom>
              <a:solidFill>
                <a:srgbClr val="5AF0F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FD294261-FD51-1E6F-F108-415416B331BC}"/>
                  </a:ext>
                </a:extLst>
              </p:cNvPr>
              <p:cNvSpPr/>
              <p:nvPr/>
            </p:nvSpPr>
            <p:spPr>
              <a:xfrm>
                <a:off x="5039732" y="2379135"/>
                <a:ext cx="1171575" cy="714375"/>
              </a:xfrm>
              <a:prstGeom prst="rect">
                <a:avLst/>
              </a:prstGeom>
              <a:solidFill>
                <a:srgbClr val="5AF0F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25F2D071-E261-FFE1-5BE8-E0DF5C94AE0B}"/>
                  </a:ext>
                </a:extLst>
              </p:cNvPr>
              <p:cNvSpPr/>
              <p:nvPr/>
            </p:nvSpPr>
            <p:spPr>
              <a:xfrm>
                <a:off x="5081339" y="2407709"/>
                <a:ext cx="1187110" cy="685801"/>
              </a:xfrm>
              <a:prstGeom prst="rect">
                <a:avLst/>
              </a:prstGeom>
              <a:solidFill>
                <a:srgbClr val="5AF0F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DACF131C-9366-FD55-5D0F-8FE59A755317}"/>
                  </a:ext>
                </a:extLst>
              </p:cNvPr>
              <p:cNvSpPr/>
              <p:nvPr/>
            </p:nvSpPr>
            <p:spPr>
              <a:xfrm>
                <a:off x="5131344" y="2436285"/>
                <a:ext cx="1187111" cy="714375"/>
              </a:xfrm>
              <a:prstGeom prst="rect">
                <a:avLst/>
              </a:prstGeom>
              <a:solidFill>
                <a:srgbClr val="5AF0F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58E42DC6-1F77-822E-B855-6854CB63AC31}"/>
                  </a:ext>
                </a:extLst>
              </p:cNvPr>
              <p:cNvSpPr/>
              <p:nvPr/>
            </p:nvSpPr>
            <p:spPr>
              <a:xfrm>
                <a:off x="5172995" y="2469622"/>
                <a:ext cx="1202593" cy="714375"/>
              </a:xfrm>
              <a:prstGeom prst="rect">
                <a:avLst/>
              </a:prstGeom>
              <a:solidFill>
                <a:srgbClr val="5AF0F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69498475-D845-37F9-A95A-EAFA743B4080}"/>
                  </a:ext>
                </a:extLst>
              </p:cNvPr>
              <p:cNvSpPr/>
              <p:nvPr/>
            </p:nvSpPr>
            <p:spPr>
              <a:xfrm>
                <a:off x="5222959" y="2507724"/>
                <a:ext cx="1202593" cy="714375"/>
              </a:xfrm>
              <a:prstGeom prst="rect">
                <a:avLst/>
              </a:prstGeom>
              <a:solidFill>
                <a:srgbClr val="5AF0F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Layer(</a:t>
                </a:r>
                <a:r>
                  <a:rPr lang="en-US" altLang="ko-KR" dirty="0" err="1"/>
                  <a:t>i</a:t>
                </a:r>
                <a:r>
                  <a:rPr lang="en-US" altLang="ko-KR" dirty="0"/>
                  <a:t>)</a:t>
                </a:r>
                <a:endParaRPr lang="ko-KR" altLang="en-US" dirty="0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A54114FF-CCE0-F871-5BFE-3DE112D26613}"/>
                  </a:ext>
                </a:extLst>
              </p:cNvPr>
              <p:cNvSpPr/>
              <p:nvPr/>
            </p:nvSpPr>
            <p:spPr>
              <a:xfrm>
                <a:off x="4672694" y="1544881"/>
                <a:ext cx="1905000" cy="46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Residual Feature Flow</a:t>
                </a:r>
                <a:endParaRPr lang="ko-KR" altLang="en-US" dirty="0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4FEF3603-ADB8-12FF-9642-BFEADC21EEA6}"/>
                  </a:ext>
                </a:extLst>
              </p:cNvPr>
              <p:cNvSpPr/>
              <p:nvPr/>
            </p:nvSpPr>
            <p:spPr>
              <a:xfrm>
                <a:off x="4714127" y="3612328"/>
                <a:ext cx="1905000" cy="46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/>
                  <a:t>X:Conv feature maps</a:t>
                </a:r>
                <a:endParaRPr lang="ko-KR" altLang="en-US" sz="1600" dirty="0"/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96D63BA1-83A4-3FE1-3BAF-E8BA9A3D1411}"/>
                  </a:ext>
                </a:extLst>
              </p:cNvPr>
              <p:cNvGrpSpPr/>
              <p:nvPr/>
            </p:nvGrpSpPr>
            <p:grpSpPr>
              <a:xfrm>
                <a:off x="6561561" y="2245891"/>
                <a:ext cx="1905000" cy="1833933"/>
                <a:chOff x="6932401" y="2352571"/>
                <a:chExt cx="1905000" cy="1833933"/>
              </a:xfrm>
            </p:grpSpPr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EC49770C-7F8C-D77C-2C15-B9525B5D9F5C}"/>
                    </a:ext>
                  </a:extLst>
                </p:cNvPr>
                <p:cNvSpPr/>
                <p:nvPr/>
              </p:nvSpPr>
              <p:spPr>
                <a:xfrm>
                  <a:off x="7455656" y="2802995"/>
                  <a:ext cx="360893" cy="485775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3A09C57C-DBB0-0E09-46B5-E86C783697D2}"/>
                    </a:ext>
                  </a:extLst>
                </p:cNvPr>
                <p:cNvSpPr/>
                <p:nvPr/>
              </p:nvSpPr>
              <p:spPr>
                <a:xfrm>
                  <a:off x="7496701" y="2827761"/>
                  <a:ext cx="367476" cy="485775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924D494A-D0AF-B401-CC50-02E6855CCC85}"/>
                    </a:ext>
                  </a:extLst>
                </p:cNvPr>
                <p:cNvSpPr/>
                <p:nvPr/>
              </p:nvSpPr>
              <p:spPr>
                <a:xfrm>
                  <a:off x="7538085" y="2852525"/>
                  <a:ext cx="367136" cy="466345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745B052C-861B-32AC-C701-5006DA7346E0}"/>
                    </a:ext>
                  </a:extLst>
                </p:cNvPr>
                <p:cNvSpPr/>
                <p:nvPr/>
              </p:nvSpPr>
              <p:spPr>
                <a:xfrm>
                  <a:off x="7581495" y="2879195"/>
                  <a:ext cx="367476" cy="485775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39578985-BD1D-0DBF-9B03-9559D8D5972A}"/>
                    </a:ext>
                  </a:extLst>
                </p:cNvPr>
                <p:cNvSpPr/>
                <p:nvPr/>
              </p:nvSpPr>
              <p:spPr>
                <a:xfrm>
                  <a:off x="7624617" y="2907771"/>
                  <a:ext cx="364142" cy="485775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894D78AC-5332-E120-80EF-7FCEFE38BAA9}"/>
                    </a:ext>
                  </a:extLst>
                </p:cNvPr>
                <p:cNvSpPr/>
                <p:nvPr/>
              </p:nvSpPr>
              <p:spPr>
                <a:xfrm>
                  <a:off x="7666991" y="2936347"/>
                  <a:ext cx="361799" cy="485775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935268FB-4BEA-ABAC-AA60-7DC927342B16}"/>
                    </a:ext>
                  </a:extLst>
                </p:cNvPr>
                <p:cNvSpPr/>
                <p:nvPr/>
              </p:nvSpPr>
              <p:spPr>
                <a:xfrm>
                  <a:off x="7095554" y="2352571"/>
                  <a:ext cx="124565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/>
                    <a:t>Layer i+1</a:t>
                  </a:r>
                  <a:endParaRPr lang="ko-KR" altLang="en-US" dirty="0"/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864C175C-B745-4AD5-C206-E574AA73ECF9}"/>
                    </a:ext>
                  </a:extLst>
                </p:cNvPr>
                <p:cNvSpPr/>
                <p:nvPr/>
              </p:nvSpPr>
              <p:spPr>
                <a:xfrm>
                  <a:off x="6932401" y="3717398"/>
                  <a:ext cx="1905000" cy="46910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/>
                    <a:t>Conv. feature map,/2</a:t>
                  </a:r>
                  <a:endParaRPr lang="ko-KR" altLang="en-US" dirty="0"/>
                </a:p>
              </p:txBody>
            </p:sp>
          </p:grp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B3BB97BE-5B80-AB30-16F9-AF63418925DC}"/>
                  </a:ext>
                </a:extLst>
              </p:cNvPr>
              <p:cNvSpPr/>
              <p:nvPr/>
            </p:nvSpPr>
            <p:spPr>
              <a:xfrm>
                <a:off x="8505515" y="3600484"/>
                <a:ext cx="2457735" cy="46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F(X): Transpose Conv. Feature Maps</a:t>
                </a:r>
                <a:endParaRPr lang="ko-KR" altLang="en-US" dirty="0"/>
              </a:p>
            </p:txBody>
          </p:sp>
          <p:cxnSp>
            <p:nvCxnSpPr>
              <p:cNvPr id="83" name="Connector: Curved 82">
                <a:extLst>
                  <a:ext uri="{FF2B5EF4-FFF2-40B4-BE49-F238E27FC236}">
                    <a16:creationId xmlns:a16="http://schemas.microsoft.com/office/drawing/2014/main" id="{1108487D-BB3F-19A3-D367-933404F17FC6}"/>
                  </a:ext>
                </a:extLst>
              </p:cNvPr>
              <p:cNvCxnSpPr>
                <a:cxnSpLocks/>
                <a:stCxn id="47" idx="0"/>
                <a:endCxn id="29" idx="0"/>
              </p:cNvCxnSpPr>
              <p:nvPr/>
            </p:nvCxnSpPr>
            <p:spPr>
              <a:xfrm rot="16200000" flipH="1">
                <a:off x="7418018" y="504480"/>
                <a:ext cx="158436" cy="3850595"/>
              </a:xfrm>
              <a:prstGeom prst="curvedConnector3">
                <a:avLst>
                  <a:gd name="adj1" fmla="val -144285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2A729474-852C-872B-53D7-05FA30567555}"/>
                  </a:ext>
                </a:extLst>
              </p:cNvPr>
              <p:cNvGrpSpPr/>
              <p:nvPr/>
            </p:nvGrpSpPr>
            <p:grpSpPr>
              <a:xfrm>
                <a:off x="8034506" y="1575360"/>
                <a:ext cx="3340632" cy="474607"/>
                <a:chOff x="8476466" y="1524560"/>
                <a:chExt cx="3340632" cy="474607"/>
              </a:xfrm>
            </p:grpSpPr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C6078EF6-9C60-E43B-AF27-89FD00CFBA2A}"/>
                    </a:ext>
                  </a:extLst>
                </p:cNvPr>
                <p:cNvSpPr/>
                <p:nvPr/>
              </p:nvSpPr>
              <p:spPr>
                <a:xfrm>
                  <a:off x="8476466" y="1530061"/>
                  <a:ext cx="3340632" cy="46910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/>
                    <a:t>H(X)=F(X)   X:Concatenated Feature Map</a:t>
                  </a:r>
                  <a:endParaRPr lang="ko-KR" altLang="en-US" dirty="0"/>
                </a:p>
              </p:txBody>
            </p:sp>
            <p:sp>
              <p:nvSpPr>
                <p:cNvPr id="93" name="Flowchart: Summing Junction 92">
                  <a:extLst>
                    <a:ext uri="{FF2B5EF4-FFF2-40B4-BE49-F238E27FC236}">
                      <a16:creationId xmlns:a16="http://schemas.microsoft.com/office/drawing/2014/main" id="{268DF9FA-2AC1-35B7-126C-6A74C3D811B6}"/>
                    </a:ext>
                  </a:extLst>
                </p:cNvPr>
                <p:cNvSpPr/>
                <p:nvPr/>
              </p:nvSpPr>
              <p:spPr>
                <a:xfrm>
                  <a:off x="9790915" y="1524560"/>
                  <a:ext cx="157163" cy="177105"/>
                </a:xfrm>
                <a:prstGeom prst="flowChartSummingJunction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39" name="Right Brace 38">
                <a:extLst>
                  <a:ext uri="{FF2B5EF4-FFF2-40B4-BE49-F238E27FC236}">
                    <a16:creationId xmlns:a16="http://schemas.microsoft.com/office/drawing/2014/main" id="{F25BD4B8-ED49-93DF-A36F-762DD382400C}"/>
                  </a:ext>
                </a:extLst>
              </p:cNvPr>
              <p:cNvSpPr/>
              <p:nvPr/>
            </p:nvSpPr>
            <p:spPr>
              <a:xfrm rot="18558243">
                <a:off x="9625894" y="2133713"/>
                <a:ext cx="498546" cy="521962"/>
              </a:xfrm>
              <a:prstGeom prst="rightBrace">
                <a:avLst>
                  <a:gd name="adj1" fmla="val 14966"/>
                  <a:gd name="adj2" fmla="val 42703"/>
                </a:avLst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307986F4-0607-F40D-1D3B-AFF0BD33D6E2}"/>
                  </a:ext>
                </a:extLst>
              </p:cNvPr>
              <p:cNvCxnSpPr>
                <a:stCxn id="74" idx="0"/>
              </p:cNvCxnSpPr>
              <p:nvPr/>
            </p:nvCxnSpPr>
            <p:spPr>
              <a:xfrm flipV="1">
                <a:off x="9734383" y="3455774"/>
                <a:ext cx="145590" cy="14471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A9AA6D3-956B-173B-A143-7E17FB8C474F}"/>
                </a:ext>
              </a:extLst>
            </p:cNvPr>
            <p:cNvSpPr txBox="1"/>
            <p:nvPr/>
          </p:nvSpPr>
          <p:spPr>
            <a:xfrm>
              <a:off x="1381760" y="3449320"/>
              <a:ext cx="11480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(a)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B30448F-C9CA-1D4C-829E-5DF95FAA2BF3}"/>
                </a:ext>
              </a:extLst>
            </p:cNvPr>
            <p:cNvSpPr txBox="1"/>
            <p:nvPr/>
          </p:nvSpPr>
          <p:spPr>
            <a:xfrm>
              <a:off x="6471920" y="3439160"/>
              <a:ext cx="11480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(b)</a:t>
              </a: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60272211-1590-4A52-3F65-D84DF072DE63}"/>
                </a:ext>
              </a:extLst>
            </p:cNvPr>
            <p:cNvCxnSpPr/>
            <p:nvPr/>
          </p:nvCxnSpPr>
          <p:spPr>
            <a:xfrm>
              <a:off x="4274579" y="223520"/>
              <a:ext cx="0" cy="388112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30674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20295</TotalTime>
  <Words>689</Words>
  <Application>Microsoft Office PowerPoint</Application>
  <PresentationFormat>Widescreen</PresentationFormat>
  <Paragraphs>131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맑은 고딕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Hamza Zia</dc:title>
  <dc:creator>Hamza Zia</dc:creator>
  <cp:lastModifiedBy>SAREER ULAMIN</cp:lastModifiedBy>
  <cp:revision>17</cp:revision>
  <dcterms:created xsi:type="dcterms:W3CDTF">2022-09-20T03:19:04Z</dcterms:created>
  <dcterms:modified xsi:type="dcterms:W3CDTF">2023-10-27T02:58:37Z</dcterms:modified>
</cp:coreProperties>
</file>