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E5CF-C3C7-BC72-A4FA-BC902C9D6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2A4AF-E613-0C6F-85C4-624842CCD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0713-3169-B543-F3EA-13E70B80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4B56B-E955-90B2-1298-BBF9E512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09F34-62D9-C057-76ED-378978EC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5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7C7B-B8D8-EBB0-A271-EF35AB29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D387-A439-389E-C2E5-EEFA5CC62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2A8DA-9FDA-9FCB-874F-F14F3180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F0A3-9563-0199-0640-9D74FBA2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C0C44-9D55-5EB7-485B-A668F1EB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54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1450-2269-D884-54A9-0349CBFA3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C4D3-7E9E-7284-B3FB-86756112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B8CC-D222-81FA-7EFE-23B03214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6C1A0-BDBD-2EB8-7603-FAECAD98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5DCE-3AD3-3FBC-C624-56495D48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42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51C6-DED0-22B0-CED1-FCDC7A7A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0E9F-BBBD-6FBB-4623-251336079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520D1-2385-E4BF-C7F9-29F46F575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9D2E-0BE4-5BFE-BB0B-36787B6D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06D83-A0FB-6545-C204-5611873B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A86D1-93AF-D2B7-7A10-CCD4CA56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39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3B46-4937-F9FA-F1BD-AEA7417F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F2E98-5823-6CAE-5763-E137F7989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9EB0B-1134-4A75-34A7-82AA1E02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9D3B2-797B-1769-13DC-7E92328CA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1F84E-703B-31D1-B245-B8A6BF410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9BFA7-CB9F-F05E-01F0-FF6FA99D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A68F3-6F47-FFC7-FC4E-C1461044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7A137-38C9-2173-57B3-926763E8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6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E19F-F89D-7508-906A-F09DCD11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B753F-5A95-C5F6-1284-A83AA464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6E4C4-4133-266A-D745-1EFB7C85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198AC-F4DA-F200-C7D3-36FB5F4F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7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47B58-08D3-CB07-0640-95D52CAE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A278D-D358-A593-E9D5-60E09F03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8DB5-C1B5-787A-2F03-284BB6AE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94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9B08-DEB8-D2AF-08F9-E1EB57F0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AEC93-3F64-C1DD-B3F3-466443679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19439-A8B0-87A5-53B4-9FC6C47C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6D607-99BF-E440-0B25-1E36D4CB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29775-61F0-4B97-09FE-CBC04C11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90AFC-B4FE-05DB-518F-3A0DC28BD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6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77BF-BB0A-0655-E39B-497B25CD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C305E-D5A3-22C7-C38F-007FD1BE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D843F-61F8-7DA9-2FA6-F9C197730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FBD1D-4D43-1B3C-93F4-FD2E1F84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3A55B-BB85-3C53-5058-C003278A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B45F4-72C3-5769-975B-1FDC1B2B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2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5E03-D9A3-D3F6-2A13-134DCFEB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ED73F-6A25-F99E-9760-ABB3263B0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5E3C6-E9F2-2B68-1EAF-1D049037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769A-F95B-4398-B52D-32FB23AA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01D42-F451-A2B5-C16C-A08574CE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14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5ABDF-1287-C3DC-0FFC-739B5AEB7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8E932-0C72-B047-011D-FE876490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A4A5E-186F-3D6A-85A9-E21298C7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6366-80F8-75F8-EE62-07BCEDF4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AF1A6-DB2D-CD41-6F01-F03F6D0B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27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60DC1-2D3F-5FB8-60E8-B10327DB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0202-C47E-1691-C5E5-1998C3E09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6FDC-835D-408C-3AA6-4EEFD3813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DBE8F-DE40-4BD7-ACB8-1D98C753E729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E452-B6B6-6B1D-80F2-B14D8AB2A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DD920-3E6D-9C81-C951-3D979031E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2B956-ED86-48AE-884C-03762BB52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45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"/><Relationship Id="rId13" Type="http://schemas.openxmlformats.org/officeDocument/2006/relationships/image" Target="../media/image12.tif"/><Relationship Id="rId18" Type="http://schemas.openxmlformats.org/officeDocument/2006/relationships/image" Target="../media/image17.tif"/><Relationship Id="rId3" Type="http://schemas.openxmlformats.org/officeDocument/2006/relationships/image" Target="../media/image2.tif"/><Relationship Id="rId7" Type="http://schemas.openxmlformats.org/officeDocument/2006/relationships/image" Target="../media/image6.tif"/><Relationship Id="rId12" Type="http://schemas.openxmlformats.org/officeDocument/2006/relationships/image" Target="../media/image11.tif"/><Relationship Id="rId17" Type="http://schemas.openxmlformats.org/officeDocument/2006/relationships/image" Target="../media/image16.tif"/><Relationship Id="rId2" Type="http://schemas.openxmlformats.org/officeDocument/2006/relationships/image" Target="../media/image1.tif"/><Relationship Id="rId16" Type="http://schemas.openxmlformats.org/officeDocument/2006/relationships/image" Target="../media/image15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"/><Relationship Id="rId11" Type="http://schemas.openxmlformats.org/officeDocument/2006/relationships/image" Target="../media/image10.tif"/><Relationship Id="rId5" Type="http://schemas.openxmlformats.org/officeDocument/2006/relationships/image" Target="../media/image4.tif"/><Relationship Id="rId15" Type="http://schemas.openxmlformats.org/officeDocument/2006/relationships/image" Target="../media/image14.tif"/><Relationship Id="rId10" Type="http://schemas.openxmlformats.org/officeDocument/2006/relationships/image" Target="../media/image9.tif"/><Relationship Id="rId19" Type="http://schemas.openxmlformats.org/officeDocument/2006/relationships/image" Target="../media/image18.tif"/><Relationship Id="rId4" Type="http://schemas.openxmlformats.org/officeDocument/2006/relationships/image" Target="../media/image3.tif"/><Relationship Id="rId9" Type="http://schemas.openxmlformats.org/officeDocument/2006/relationships/image" Target="../media/image8.tif"/><Relationship Id="rId14" Type="http://schemas.openxmlformats.org/officeDocument/2006/relationships/image" Target="../media/image1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4361D77-0441-0DD2-5D88-BEFD3D62B4B1}"/>
              </a:ext>
            </a:extLst>
          </p:cNvPr>
          <p:cNvGrpSpPr/>
          <p:nvPr/>
        </p:nvGrpSpPr>
        <p:grpSpPr>
          <a:xfrm>
            <a:off x="36076" y="126125"/>
            <a:ext cx="11996167" cy="6394494"/>
            <a:chOff x="36076" y="126125"/>
            <a:chExt cx="11996167" cy="639449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A8126E-78C6-082A-3133-F490870BB66F}"/>
                </a:ext>
              </a:extLst>
            </p:cNvPr>
            <p:cNvSpPr/>
            <p:nvPr/>
          </p:nvSpPr>
          <p:spPr>
            <a:xfrm>
              <a:off x="36076" y="126125"/>
              <a:ext cx="11996167" cy="639449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8203658-A391-3351-E5E4-2022BDF7656F}"/>
                </a:ext>
              </a:extLst>
            </p:cNvPr>
            <p:cNvSpPr/>
            <p:nvPr/>
          </p:nvSpPr>
          <p:spPr>
            <a:xfrm>
              <a:off x="541726" y="790113"/>
              <a:ext cx="11407806" cy="17133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Content Placeholder 5" descr="A group of people walking in a building&#10;&#10;Description automatically generated">
              <a:extLst>
                <a:ext uri="{FF2B5EF4-FFF2-40B4-BE49-F238E27FC236}">
                  <a16:creationId xmlns:a16="http://schemas.microsoft.com/office/drawing/2014/main" id="{8AAB0A12-51FB-1975-BA9A-BC3FEF71F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491" y="958789"/>
              <a:ext cx="1653107" cy="1418470"/>
            </a:xfrm>
            <a:prstGeom prst="rect">
              <a:avLst/>
            </a:prstGeom>
          </p:spPr>
        </p:pic>
        <p:pic>
          <p:nvPicPr>
            <p:cNvPr id="13" name="Picture 12" descr="A group of people walking in a building&#10;&#10;Description automatically generated">
              <a:extLst>
                <a:ext uri="{FF2B5EF4-FFF2-40B4-BE49-F238E27FC236}">
                  <a16:creationId xmlns:a16="http://schemas.microsoft.com/office/drawing/2014/main" id="{CE1BE163-736B-B8DA-49BF-D67003AD3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1547" y="958789"/>
              <a:ext cx="1586808" cy="1416422"/>
            </a:xfrm>
            <a:prstGeom prst="rect">
              <a:avLst/>
            </a:prstGeom>
          </p:spPr>
        </p:pic>
        <p:pic>
          <p:nvPicPr>
            <p:cNvPr id="15" name="Picture 14" descr="A group of people standing in a line&#10;&#10;Description automatically generated">
              <a:extLst>
                <a:ext uri="{FF2B5EF4-FFF2-40B4-BE49-F238E27FC236}">
                  <a16:creationId xmlns:a16="http://schemas.microsoft.com/office/drawing/2014/main" id="{6D89BF1A-7EF7-7EEC-7CBF-51C6E0382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3939" y="958789"/>
              <a:ext cx="1595094" cy="1416422"/>
            </a:xfrm>
            <a:prstGeom prst="rect">
              <a:avLst/>
            </a:prstGeom>
          </p:spPr>
        </p:pic>
        <p:pic>
          <p:nvPicPr>
            <p:cNvPr id="17" name="Picture 16" descr="A person holding a paper in a building&#10;&#10;Description automatically generated">
              <a:extLst>
                <a:ext uri="{FF2B5EF4-FFF2-40B4-BE49-F238E27FC236}">
                  <a16:creationId xmlns:a16="http://schemas.microsoft.com/office/drawing/2014/main" id="{7C49FA7F-EBC7-F212-DD3D-E67D466F6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0453" y="956741"/>
              <a:ext cx="1757418" cy="1416422"/>
            </a:xfrm>
            <a:prstGeom prst="rect">
              <a:avLst/>
            </a:prstGeom>
          </p:spPr>
        </p:pic>
        <p:pic>
          <p:nvPicPr>
            <p:cNvPr id="19" name="Picture 18" descr="A person running in a building&#10;&#10;Description automatically generated">
              <a:extLst>
                <a:ext uri="{FF2B5EF4-FFF2-40B4-BE49-F238E27FC236}">
                  <a16:creationId xmlns:a16="http://schemas.microsoft.com/office/drawing/2014/main" id="{2C2F3ECE-D736-BA1B-1B8D-2F189AED0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3976" y="956741"/>
              <a:ext cx="1757418" cy="1416422"/>
            </a:xfrm>
            <a:prstGeom prst="rect">
              <a:avLst/>
            </a:prstGeom>
          </p:spPr>
        </p:pic>
        <p:pic>
          <p:nvPicPr>
            <p:cNvPr id="21" name="Picture 20" descr="A group of people walking in a building&#10;&#10;Description automatically generated">
              <a:extLst>
                <a:ext uri="{FF2B5EF4-FFF2-40B4-BE49-F238E27FC236}">
                  <a16:creationId xmlns:a16="http://schemas.microsoft.com/office/drawing/2014/main" id="{1B4FA1A1-3AB9-0849-43E3-C6CBE371A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930" y="956741"/>
              <a:ext cx="1757417" cy="1416422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051119-CD5D-2741-5E42-CEEAE4528E08}"/>
                </a:ext>
              </a:extLst>
            </p:cNvPr>
            <p:cNvSpPr/>
            <p:nvPr/>
          </p:nvSpPr>
          <p:spPr>
            <a:xfrm>
              <a:off x="1855620" y="174797"/>
              <a:ext cx="3568823" cy="37356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Events</a:t>
              </a:r>
              <a:endParaRPr lang="ko-KR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658262A-BD25-1BBC-3DE8-A5811C98F46F}"/>
                </a:ext>
              </a:extLst>
            </p:cNvPr>
            <p:cNvSpPr/>
            <p:nvPr/>
          </p:nvSpPr>
          <p:spPr>
            <a:xfrm>
              <a:off x="7176426" y="181103"/>
              <a:ext cx="3568823" cy="37356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Anomalous Events</a:t>
              </a:r>
              <a:endParaRPr lang="ko-KR" altLang="en-US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1838E34-D7C7-0D57-9E07-F7E8F3AA29EE}"/>
                </a:ext>
              </a:extLst>
            </p:cNvPr>
            <p:cNvSpPr/>
            <p:nvPr/>
          </p:nvSpPr>
          <p:spPr>
            <a:xfrm>
              <a:off x="541726" y="2712132"/>
              <a:ext cx="11407806" cy="17133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25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C6A54CF4-827D-6332-EA1C-CCFFA5B5B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491" y="2809873"/>
              <a:ext cx="1653108" cy="1478042"/>
            </a:xfrm>
            <a:prstGeom prst="rect">
              <a:avLst/>
            </a:prstGeom>
          </p:spPr>
        </p:pic>
        <p:pic>
          <p:nvPicPr>
            <p:cNvPr id="28" name="Picture 27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0A3434BF-D3FA-6349-589C-42F16F644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931" y="2817736"/>
              <a:ext cx="1757417" cy="1510041"/>
            </a:xfrm>
            <a:prstGeom prst="rect">
              <a:avLst/>
            </a:prstGeom>
          </p:spPr>
        </p:pic>
        <p:pic>
          <p:nvPicPr>
            <p:cNvPr id="30" name="Picture 29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2A4D3D05-155C-5182-9366-B162BCF37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3976" y="2817734"/>
              <a:ext cx="1757418" cy="1510041"/>
            </a:xfrm>
            <a:prstGeom prst="rect">
              <a:avLst/>
            </a:prstGeom>
          </p:spPr>
        </p:pic>
        <p:pic>
          <p:nvPicPr>
            <p:cNvPr id="32" name="Picture 31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42464CA1-0F39-3323-B8F8-CCAFB3D15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0453" y="2817735"/>
              <a:ext cx="1757418" cy="1510041"/>
            </a:xfrm>
            <a:prstGeom prst="rect">
              <a:avLst/>
            </a:prstGeom>
          </p:spPr>
        </p:pic>
        <p:pic>
          <p:nvPicPr>
            <p:cNvPr id="34" name="Picture 33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301BB906-2FAB-2293-3AB6-21D4595B7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8155" y="2809873"/>
              <a:ext cx="1600200" cy="1478042"/>
            </a:xfrm>
            <a:prstGeom prst="rect">
              <a:avLst/>
            </a:prstGeom>
          </p:spPr>
        </p:pic>
        <p:pic>
          <p:nvPicPr>
            <p:cNvPr id="36" name="Picture 35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791CA5D9-1C4C-F107-F482-250A6BC3A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8832" y="2817737"/>
              <a:ext cx="1600200" cy="147017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441D52A-866D-7126-12F1-99A57C1BF334}"/>
                </a:ext>
              </a:extLst>
            </p:cNvPr>
            <p:cNvSpPr/>
            <p:nvPr/>
          </p:nvSpPr>
          <p:spPr>
            <a:xfrm>
              <a:off x="541726" y="4634151"/>
              <a:ext cx="11407806" cy="17133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Picture 38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B8C43DB1-9B04-8EF0-3253-5A3D726D9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931" y="4731891"/>
              <a:ext cx="1757417" cy="1373088"/>
            </a:xfrm>
            <a:prstGeom prst="rect">
              <a:avLst/>
            </a:prstGeom>
          </p:spPr>
        </p:pic>
        <p:pic>
          <p:nvPicPr>
            <p:cNvPr id="41" name="Picture 40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FC7DFD06-A692-32CE-5FE3-78DE4A751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0453" y="4731890"/>
              <a:ext cx="1757418" cy="1373089"/>
            </a:xfrm>
            <a:prstGeom prst="rect">
              <a:avLst/>
            </a:prstGeom>
          </p:spPr>
        </p:pic>
        <p:pic>
          <p:nvPicPr>
            <p:cNvPr id="43" name="Picture 42" descr="A group of people running and walking&#10;&#10;Description automatically generated">
              <a:extLst>
                <a:ext uri="{FF2B5EF4-FFF2-40B4-BE49-F238E27FC236}">
                  <a16:creationId xmlns:a16="http://schemas.microsoft.com/office/drawing/2014/main" id="{6ACA420D-354A-0D75-E743-5E23D4F76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3976" y="4731891"/>
              <a:ext cx="1757418" cy="1373088"/>
            </a:xfrm>
            <a:prstGeom prst="rect">
              <a:avLst/>
            </a:prstGeom>
          </p:spPr>
        </p:pic>
        <p:pic>
          <p:nvPicPr>
            <p:cNvPr id="45" name="Picture 44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5310EB19-CE63-FDC2-FD63-A5A27D9EE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491" y="4731892"/>
              <a:ext cx="1653107" cy="1373089"/>
            </a:xfrm>
            <a:prstGeom prst="rect">
              <a:avLst/>
            </a:prstGeom>
          </p:spPr>
        </p:pic>
        <p:pic>
          <p:nvPicPr>
            <p:cNvPr id="47" name="Picture 46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812E99D4-00B2-7F8C-C99D-00F2409D4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363" y="4743853"/>
              <a:ext cx="1582996" cy="1373089"/>
            </a:xfrm>
            <a:prstGeom prst="rect">
              <a:avLst/>
            </a:prstGeom>
          </p:spPr>
        </p:pic>
        <p:pic>
          <p:nvPicPr>
            <p:cNvPr id="49" name="Picture 48" descr="A group of people walking on a sidewalk&#10;&#10;Description automatically generated">
              <a:extLst>
                <a:ext uri="{FF2B5EF4-FFF2-40B4-BE49-F238E27FC236}">
                  <a16:creationId xmlns:a16="http://schemas.microsoft.com/office/drawing/2014/main" id="{B972EC59-5049-BC9F-FC2E-58C79CCF3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8832" y="4743853"/>
              <a:ext cx="1600200" cy="1373088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74B22EC-D73D-6E44-7648-0545B1259957}"/>
                </a:ext>
              </a:extLst>
            </p:cNvPr>
            <p:cNvSpPr/>
            <p:nvPr/>
          </p:nvSpPr>
          <p:spPr>
            <a:xfrm rot="16200000">
              <a:off x="-328154" y="1489618"/>
              <a:ext cx="1141195" cy="35066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Avenue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7BD149A-9834-B0D3-E988-E26B61FD54C9}"/>
                </a:ext>
              </a:extLst>
            </p:cNvPr>
            <p:cNvSpPr/>
            <p:nvPr/>
          </p:nvSpPr>
          <p:spPr>
            <a:xfrm rot="16200000">
              <a:off x="-593804" y="3389443"/>
              <a:ext cx="1705291" cy="35066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UCSDPed1</a:t>
              </a:r>
              <a:endParaRPr lang="ko-KR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BBA6CD0-09D9-97F2-78A8-DF1DA2F4BFB0}"/>
                </a:ext>
              </a:extLst>
            </p:cNvPr>
            <p:cNvSpPr/>
            <p:nvPr/>
          </p:nvSpPr>
          <p:spPr>
            <a:xfrm rot="16200000">
              <a:off x="-631968" y="5302193"/>
              <a:ext cx="1713390" cy="37730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UCSDPed2</a:t>
              </a:r>
              <a:endParaRPr lang="ko-KR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5D59EC3D-C844-84D0-B17B-24BF300CBB37}"/>
                </a:ext>
              </a:extLst>
            </p:cNvPr>
            <p:cNvCxnSpPr/>
            <p:nvPr/>
          </p:nvCxnSpPr>
          <p:spPr>
            <a:xfrm>
              <a:off x="586478" y="605393"/>
              <a:ext cx="513363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87EB61C-FC51-5EB4-677B-2FC11190AB97}"/>
                </a:ext>
              </a:extLst>
            </p:cNvPr>
            <p:cNvCxnSpPr>
              <a:cxnSpLocks/>
            </p:cNvCxnSpPr>
            <p:nvPr/>
          </p:nvCxnSpPr>
          <p:spPr>
            <a:xfrm>
              <a:off x="6382924" y="606447"/>
              <a:ext cx="548847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637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20236</TotalTime>
  <Words>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Hamza Zia</dc:title>
  <dc:creator>Hamza Zia</dc:creator>
  <cp:lastModifiedBy>SAREER ULAMIN</cp:lastModifiedBy>
  <cp:revision>16</cp:revision>
  <dcterms:created xsi:type="dcterms:W3CDTF">2022-09-20T03:19:04Z</dcterms:created>
  <dcterms:modified xsi:type="dcterms:W3CDTF">2023-08-23T11:33:24Z</dcterms:modified>
</cp:coreProperties>
</file>