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4DA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3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3397-BACD-46A5-911D-24AAC581C256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81EB1-708B-4365-B9B7-0BB0D080D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45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81EB1-708B-4365-B9B7-0BB0D080D9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53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5639-3B94-99EA-793F-53996157E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F4A58-E480-C0B9-D5E7-1806C8783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63F6B-9700-9A61-612C-53F30CC0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2023-11-16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944B0-FE81-C24D-7453-3C081A30B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EC062-3FAD-543C-F8D6-21BBAB6D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585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DE2D-5806-A85E-6FBC-B23F41B2C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6724D-5462-3111-D9E8-DAA71358F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56E0D-2EE3-DF0A-D650-86D38B055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2023-11-16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3EE9E-53B4-530B-165B-6F2C2A5C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D3449-0097-14F6-1CB6-505C04EB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118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80B6-E427-9974-9947-85AA6E3D5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A2EB2-3698-C4EB-8684-667604609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89DB6-EEB9-F6DE-03A4-F8A9C4AA9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2023-11-16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99923-FA2E-8C8B-9CAF-4829C3CA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0E612-A833-728D-4FA4-F701EC130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49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2213-7FC8-789C-9620-94920EA96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A6E93-2C83-B7EE-0033-5D3588954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3F2BD-CF77-45C6-D61D-9933E9362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90FCD-E1CF-D6FC-4F53-71EF20DD0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2023-11-16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DB556-7CCE-C437-3D74-6D5EB838B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584AA-8008-46F1-7773-F385DEB3D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09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E088-98BF-7FA9-AEE1-4C369670E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2C1FF-7F5B-B862-F601-7373775D5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58077-A0FE-8D4B-EF06-DDFD9DB66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667093-7005-4313-A81E-96ACDF54C6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1A11A7-ACA5-6C88-C013-85A0C799AF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E09472-1D03-3DA4-FD58-34F04D58E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2023-11-16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96E08B-0E80-E8F5-BFDD-24B90A3B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D5EF9-EE14-24A8-AC41-0A23453B4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73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C7E92-59EF-3DAF-5079-5F2514A0D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3879B-23A2-965D-3674-F1FE73F66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2023-11-16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29D84-A1EF-95A8-77A7-4D7A9729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E0AB8-2D11-07BF-7B69-38CE5E81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942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5A61B-C3D3-3C8A-0591-8AF256D07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2023-11-16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1B70F-62DD-A035-B241-436272D66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A38A7-74F0-C472-C18A-4A891D41E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960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56615-8E64-50CA-C5F9-C2178D478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32D5-6DF7-BB73-00F0-8921F7C73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B0F00-9528-AA5D-9B14-8954C8346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4728F-F34C-BC99-180E-E2DD5C4A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2023-11-16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04DBA-294B-30AD-8DC3-E7D8B08C9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FB80C-EEA9-C87D-2EAC-04D9A1E10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739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F6A75-A28D-A318-2ACB-92372E855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F84C65-6D88-9D9E-98EC-0C198ECBF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9C477-6C2C-5A99-4902-8A725102C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060BE-D931-8CBC-D417-C13CB73F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2023-11-16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829CE-0B23-4F8C-C8A5-8B40D8F8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5EF60-9556-216B-FC46-21323B23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864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43B8D-9EBA-8D7A-C4BE-EBA33BC6D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0A477-1BFF-2833-F3DC-4D0046B7C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EE151-9057-7126-F7A9-02BB20279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2023-11-16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21C38-4933-C66C-BF00-F7FC486F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2166E-D776-BDA1-CDD7-5D62D230D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47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54B98C-F039-B5E7-5842-A1E6F0166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BDFC0-7048-AE61-FC8F-8ECB3DED8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93380-FD80-FB60-A9C2-E7E1ED3C6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12C7-6C65-4548-B3CA-5412C6D8A6CE}" type="datetimeFigureOut">
              <a:rPr lang="ko-KR" altLang="en-US" smtClean="0"/>
              <a:t>2023-11-16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19881-1A49-45D7-56D3-F97BBE81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6566C-AF43-046B-C9B7-9D2255E9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822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7FCC4A-5CA8-4294-EE02-7D179C705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8B6D3-A1BD-8A9B-845B-9D2008B1C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7BDC7-8420-161D-ACCB-AB85FD9C7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412C7-6C65-4548-B3CA-5412C6D8A6CE}" type="datetimeFigureOut">
              <a:rPr lang="ko-KR" altLang="en-US" smtClean="0"/>
              <a:t>2023-11-16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91B5D-9680-3FD4-C16B-36CC917AD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1494C-7F42-9F6C-463B-E93C40BF2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DF78B-5596-4C52-A16E-D1F1569D2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5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"/><Relationship Id="rId7" Type="http://schemas.openxmlformats.org/officeDocument/2006/relationships/image" Target="../media/image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tif"/><Relationship Id="rId5" Type="http://schemas.openxmlformats.org/officeDocument/2006/relationships/image" Target="../media/image3.tif"/><Relationship Id="rId4" Type="http://schemas.openxmlformats.org/officeDocument/2006/relationships/image" Target="../media/image2.t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68">
            <a:extLst>
              <a:ext uri="{FF2B5EF4-FFF2-40B4-BE49-F238E27FC236}">
                <a16:creationId xmlns:a16="http://schemas.microsoft.com/office/drawing/2014/main" id="{B65ABCE2-961D-80D0-E389-354625466A38}"/>
              </a:ext>
            </a:extLst>
          </p:cNvPr>
          <p:cNvSpPr/>
          <p:nvPr/>
        </p:nvSpPr>
        <p:spPr>
          <a:xfrm>
            <a:off x="244476" y="304813"/>
            <a:ext cx="11165204" cy="6337300"/>
          </a:xfrm>
          <a:prstGeom prst="roundRect">
            <a:avLst>
              <a:gd name="adj" fmla="val 2368"/>
            </a:avLst>
          </a:prstGeom>
          <a:solidFill>
            <a:schemeClr val="accent1">
              <a:lumMod val="20000"/>
              <a:lumOff val="80000"/>
              <a:alpha val="48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CBF104A-5932-4486-8BD9-429A91AE8BE1}"/>
              </a:ext>
            </a:extLst>
          </p:cNvPr>
          <p:cNvSpPr/>
          <p:nvPr/>
        </p:nvSpPr>
        <p:spPr>
          <a:xfrm>
            <a:off x="5786584" y="410685"/>
            <a:ext cx="3348000" cy="6151315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D2244D7-1901-FD4A-92C5-3A8BB59B6E97}"/>
              </a:ext>
            </a:extLst>
          </p:cNvPr>
          <p:cNvSpPr/>
          <p:nvPr/>
        </p:nvSpPr>
        <p:spPr>
          <a:xfrm>
            <a:off x="2417565" y="410686"/>
            <a:ext cx="3348000" cy="6151315"/>
          </a:xfrm>
          <a:prstGeom prst="rect">
            <a:avLst/>
          </a:prstGeom>
          <a:solidFill>
            <a:schemeClr val="accent6">
              <a:lumMod val="40000"/>
              <a:lumOff val="6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163CFE1-8F5E-4E08-4EC1-5A4EAB7872E3}"/>
              </a:ext>
            </a:extLst>
          </p:cNvPr>
          <p:cNvGrpSpPr/>
          <p:nvPr/>
        </p:nvGrpSpPr>
        <p:grpSpPr>
          <a:xfrm>
            <a:off x="416685" y="2881959"/>
            <a:ext cx="1908488" cy="1502334"/>
            <a:chOff x="2146072" y="1873188"/>
            <a:chExt cx="2638991" cy="20773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BA3FFA8-D5AB-2FD3-F192-1AB175BC66DD}"/>
                </a:ext>
              </a:extLst>
            </p:cNvPr>
            <p:cNvSpPr/>
            <p:nvPr/>
          </p:nvSpPr>
          <p:spPr>
            <a:xfrm>
              <a:off x="2146072" y="1873188"/>
              <a:ext cx="2638991" cy="2077375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" name="Picture 2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D28C0160-B73F-A00F-9A43-9869B5090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8199" y="2060369"/>
              <a:ext cx="1190272" cy="79018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Picture 4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6373B208-9EEA-C939-24CA-4D1009948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2133" y="2347411"/>
              <a:ext cx="1190272" cy="79018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Picture 6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8E2DC1F7-80D9-44EE-3FC0-BAE076765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6067" y="2637433"/>
              <a:ext cx="1190272" cy="79018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Picture 8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9C074022-A6D3-C602-AF10-6246219B7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5101" y="2935591"/>
              <a:ext cx="1190272" cy="790180"/>
            </a:xfrm>
            <a:prstGeom prst="rect">
              <a:avLst/>
            </a:prstGeom>
            <a:ln>
              <a:noFill/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F808E9-D3A6-2D42-CFC5-E3386780B1C9}"/>
                </a:ext>
              </a:extLst>
            </p:cNvPr>
            <p:cNvSpPr txBox="1"/>
            <p:nvPr/>
          </p:nvSpPr>
          <p:spPr>
            <a:xfrm>
              <a:off x="2154951" y="2308075"/>
              <a:ext cx="612560" cy="3830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𝑓</a:t>
              </a:r>
              <a:r>
                <a:rPr lang="ko-KR" alt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𝑡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C8D45E-BE4E-1163-1BED-D210BAF4B4FC}"/>
                </a:ext>
              </a:extLst>
            </p:cNvPr>
            <p:cNvSpPr txBox="1"/>
            <p:nvPr/>
          </p:nvSpPr>
          <p:spPr>
            <a:xfrm>
              <a:off x="2167618" y="2691408"/>
              <a:ext cx="612560" cy="3830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𝑓</a:t>
              </a:r>
              <a:r>
                <a:rPr lang="ko-KR" alt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𝑡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ko-KR" sz="1200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4DB4C0-5651-93D0-D0C3-E721F31292EC}"/>
                </a:ext>
              </a:extLst>
            </p:cNvPr>
            <p:cNvSpPr txBox="1"/>
            <p:nvPr/>
          </p:nvSpPr>
          <p:spPr>
            <a:xfrm>
              <a:off x="2151347" y="3065758"/>
              <a:ext cx="612560" cy="3830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𝑓</a:t>
              </a:r>
              <a:r>
                <a:rPr lang="ko-KR" alt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𝑡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ko-KR" sz="1200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2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1D822B-D282-4522-44FE-D62B39BDF217}"/>
                </a:ext>
              </a:extLst>
            </p:cNvPr>
            <p:cNvSpPr txBox="1"/>
            <p:nvPr/>
          </p:nvSpPr>
          <p:spPr>
            <a:xfrm>
              <a:off x="2169094" y="3438622"/>
              <a:ext cx="612560" cy="3830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𝑓</a:t>
              </a:r>
              <a:r>
                <a:rPr lang="ko-KR" alt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𝑡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ko-KR" sz="1200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n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4EA50099-5AC7-C693-1BF8-F16E9B2BE91E}"/>
              </a:ext>
            </a:extLst>
          </p:cNvPr>
          <p:cNvSpPr/>
          <p:nvPr/>
        </p:nvSpPr>
        <p:spPr>
          <a:xfrm>
            <a:off x="3009607" y="3043592"/>
            <a:ext cx="1701381" cy="209310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C0A85B8-FA06-2690-0A5C-F64A95C6D45E}"/>
              </a:ext>
            </a:extLst>
          </p:cNvPr>
          <p:cNvSpPr/>
          <p:nvPr/>
        </p:nvSpPr>
        <p:spPr>
          <a:xfrm>
            <a:off x="3021063" y="927286"/>
            <a:ext cx="1687733" cy="2093108"/>
          </a:xfrm>
          <a:prstGeom prst="rect">
            <a:avLst/>
          </a:prstGeom>
          <a:solidFill>
            <a:schemeClr val="accent2">
              <a:lumMod val="20000"/>
              <a:lumOff val="80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lowchart: Manual Operation 17">
            <a:extLst>
              <a:ext uri="{FF2B5EF4-FFF2-40B4-BE49-F238E27FC236}">
                <a16:creationId xmlns:a16="http://schemas.microsoft.com/office/drawing/2014/main" id="{47DFCE66-476E-7121-BDE2-4A8CCC89794C}"/>
              </a:ext>
            </a:extLst>
          </p:cNvPr>
          <p:cNvSpPr/>
          <p:nvPr/>
        </p:nvSpPr>
        <p:spPr>
          <a:xfrm rot="10800000">
            <a:off x="3270858" y="1792871"/>
            <a:ext cx="1172277" cy="442591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10799999"/>
              </a:camera>
              <a:lightRig rig="threePt" dir="t"/>
            </a:scene3d>
          </a:bodyPr>
          <a:lstStyle/>
          <a:p>
            <a:pPr algn="ctr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3D ConvT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lowchart: Manual Operation 16">
            <a:extLst>
              <a:ext uri="{FF2B5EF4-FFF2-40B4-BE49-F238E27FC236}">
                <a16:creationId xmlns:a16="http://schemas.microsoft.com/office/drawing/2014/main" id="{E0D02A3F-2D80-4ABD-BFC1-371EF6795D9A}"/>
              </a:ext>
            </a:extLst>
          </p:cNvPr>
          <p:cNvSpPr/>
          <p:nvPr/>
        </p:nvSpPr>
        <p:spPr>
          <a:xfrm>
            <a:off x="3270858" y="1106588"/>
            <a:ext cx="1172277" cy="442591"/>
          </a:xfrm>
          <a:prstGeom prst="flowChartManualOperati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</a:p>
          <a:p>
            <a:pPr algn="ctr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Flowchart: Manual Operation 23">
            <a:extLst>
              <a:ext uri="{FF2B5EF4-FFF2-40B4-BE49-F238E27FC236}">
                <a16:creationId xmlns:a16="http://schemas.microsoft.com/office/drawing/2014/main" id="{471A1C30-173A-0985-C0C0-07016EA6EE17}"/>
              </a:ext>
            </a:extLst>
          </p:cNvPr>
          <p:cNvSpPr/>
          <p:nvPr/>
        </p:nvSpPr>
        <p:spPr>
          <a:xfrm>
            <a:off x="3274089" y="2479155"/>
            <a:ext cx="1172277" cy="442591"/>
          </a:xfrm>
          <a:prstGeom prst="flowChartManualOperation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</a:p>
          <a:p>
            <a:pPr algn="ctr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49EB5FE-9AC5-613F-9030-9A12BB751337}"/>
              </a:ext>
            </a:extLst>
          </p:cNvPr>
          <p:cNvCxnSpPr>
            <a:cxnSpLocks/>
            <a:stCxn id="17" idx="2"/>
            <a:endCxn id="18" idx="2"/>
          </p:cNvCxnSpPr>
          <p:nvPr/>
        </p:nvCxnSpPr>
        <p:spPr>
          <a:xfrm>
            <a:off x="3856997" y="1549179"/>
            <a:ext cx="0" cy="2436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8E8C80-5FE9-0676-35C7-D1BF7D917FC2}"/>
              </a:ext>
            </a:extLst>
          </p:cNvPr>
          <p:cNvCxnSpPr>
            <a:cxnSpLocks/>
            <a:stCxn id="18" idx="0"/>
            <a:endCxn id="24" idx="0"/>
          </p:cNvCxnSpPr>
          <p:nvPr/>
        </p:nvCxnSpPr>
        <p:spPr>
          <a:xfrm>
            <a:off x="3856997" y="2235462"/>
            <a:ext cx="3230" cy="2436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Flowchart: Manual Operation 30">
            <a:extLst>
              <a:ext uri="{FF2B5EF4-FFF2-40B4-BE49-F238E27FC236}">
                <a16:creationId xmlns:a16="http://schemas.microsoft.com/office/drawing/2014/main" id="{A577F492-E093-35F0-D0DF-EFF021635FAF}"/>
              </a:ext>
            </a:extLst>
          </p:cNvPr>
          <p:cNvSpPr/>
          <p:nvPr/>
        </p:nvSpPr>
        <p:spPr>
          <a:xfrm rot="10800000">
            <a:off x="3274084" y="3851721"/>
            <a:ext cx="1172277" cy="442591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10799999"/>
              </a:camera>
              <a:lightRig rig="threePt" dir="t"/>
            </a:scene3d>
          </a:bodyPr>
          <a:lstStyle/>
          <a:p>
            <a:pPr algn="ctr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3D ConvT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Flowchart: Manual Operation 33">
            <a:extLst>
              <a:ext uri="{FF2B5EF4-FFF2-40B4-BE49-F238E27FC236}">
                <a16:creationId xmlns:a16="http://schemas.microsoft.com/office/drawing/2014/main" id="{572E815D-159B-20F9-9857-1FD0CC65571E}"/>
              </a:ext>
            </a:extLst>
          </p:cNvPr>
          <p:cNvSpPr/>
          <p:nvPr/>
        </p:nvSpPr>
        <p:spPr>
          <a:xfrm>
            <a:off x="3274084" y="3165438"/>
            <a:ext cx="1172277" cy="442591"/>
          </a:xfrm>
          <a:prstGeom prst="flowChartManualOperation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</a:p>
          <a:p>
            <a:pPr algn="ctr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Flowchart: Manual Operation 36">
            <a:extLst>
              <a:ext uri="{FF2B5EF4-FFF2-40B4-BE49-F238E27FC236}">
                <a16:creationId xmlns:a16="http://schemas.microsoft.com/office/drawing/2014/main" id="{B08A9EDA-7116-0F6D-1EF9-3AEFA0BDE5CB}"/>
              </a:ext>
            </a:extLst>
          </p:cNvPr>
          <p:cNvSpPr/>
          <p:nvPr/>
        </p:nvSpPr>
        <p:spPr>
          <a:xfrm>
            <a:off x="3277314" y="4538005"/>
            <a:ext cx="1172277" cy="442591"/>
          </a:xfrm>
          <a:prstGeom prst="flowChartManualOperation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</a:p>
          <a:p>
            <a:pPr algn="ctr"/>
            <a:r>
              <a:rPr lang="en-US" altLang="ko-K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2806963-A7DB-73CF-19AB-835E07A1B6B9}"/>
              </a:ext>
            </a:extLst>
          </p:cNvPr>
          <p:cNvCxnSpPr>
            <a:cxnSpLocks/>
            <a:stCxn id="34" idx="2"/>
            <a:endCxn id="31" idx="2"/>
          </p:cNvCxnSpPr>
          <p:nvPr/>
        </p:nvCxnSpPr>
        <p:spPr>
          <a:xfrm>
            <a:off x="3860222" y="3608029"/>
            <a:ext cx="0" cy="2436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20FEECC-3870-160A-232B-119F424A9AE2}"/>
              </a:ext>
            </a:extLst>
          </p:cNvPr>
          <p:cNvCxnSpPr>
            <a:cxnSpLocks/>
            <a:stCxn id="31" idx="0"/>
            <a:endCxn id="37" idx="0"/>
          </p:cNvCxnSpPr>
          <p:nvPr/>
        </p:nvCxnSpPr>
        <p:spPr>
          <a:xfrm>
            <a:off x="3860222" y="4294313"/>
            <a:ext cx="3230" cy="2436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44FE1C3-2637-85DE-5ED6-70213878E738}"/>
              </a:ext>
            </a:extLst>
          </p:cNvPr>
          <p:cNvCxnSpPr>
            <a:cxnSpLocks/>
            <a:stCxn id="24" idx="2"/>
            <a:endCxn id="34" idx="0"/>
          </p:cNvCxnSpPr>
          <p:nvPr/>
        </p:nvCxnSpPr>
        <p:spPr>
          <a:xfrm flipH="1">
            <a:off x="3860222" y="2921746"/>
            <a:ext cx="5" cy="2436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F326115-238B-563A-4A81-B84B609F2EA2}"/>
              </a:ext>
            </a:extLst>
          </p:cNvPr>
          <p:cNvGrpSpPr/>
          <p:nvPr/>
        </p:nvGrpSpPr>
        <p:grpSpPr>
          <a:xfrm>
            <a:off x="5082036" y="2709430"/>
            <a:ext cx="496065" cy="1467692"/>
            <a:chOff x="6716249" y="2062238"/>
            <a:chExt cx="912987" cy="2029472"/>
          </a:xfrm>
          <a:solidFill>
            <a:srgbClr val="00B0F0"/>
          </a:solidFill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F6C5B3A-09DC-AC74-1002-E66CE63D91A8}"/>
                </a:ext>
              </a:extLst>
            </p:cNvPr>
            <p:cNvSpPr/>
            <p:nvPr/>
          </p:nvSpPr>
          <p:spPr>
            <a:xfrm>
              <a:off x="6716249" y="2062238"/>
              <a:ext cx="912987" cy="20294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B08E325-410D-EEA6-EB3F-AD29932426E4}"/>
                </a:ext>
              </a:extLst>
            </p:cNvPr>
            <p:cNvSpPr txBox="1"/>
            <p:nvPr/>
          </p:nvSpPr>
          <p:spPr>
            <a:xfrm>
              <a:off x="6849272" y="2198247"/>
              <a:ext cx="679740" cy="1697946"/>
            </a:xfrm>
            <a:prstGeom prst="rect">
              <a:avLst/>
            </a:prstGeom>
            <a:grpFill/>
            <a:ln>
              <a:noFill/>
            </a:ln>
          </p:spPr>
          <p:txBody>
            <a:bodyPr vert="vert270"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CNN-LSTM2D</a:t>
              </a:r>
              <a:endParaRPr lang="ko-KR" alt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FD4F01BC-67D2-ADC2-6CF7-9DE44D163D45}"/>
              </a:ext>
            </a:extLst>
          </p:cNvPr>
          <p:cNvCxnSpPr>
            <a:cxnSpLocks/>
            <a:stCxn id="43" idx="2"/>
            <a:endCxn id="50" idx="1"/>
          </p:cNvCxnSpPr>
          <p:nvPr/>
        </p:nvCxnSpPr>
        <p:spPr>
          <a:xfrm rot="5400000" flipH="1" flipV="1">
            <a:off x="3624455" y="3679119"/>
            <a:ext cx="1693424" cy="1221738"/>
          </a:xfrm>
          <a:prstGeom prst="bentConnector4">
            <a:avLst>
              <a:gd name="adj1" fmla="val -13499"/>
              <a:gd name="adj2" fmla="val 8481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Connector: Curved 72">
            <a:extLst>
              <a:ext uri="{FF2B5EF4-FFF2-40B4-BE49-F238E27FC236}">
                <a16:creationId xmlns:a16="http://schemas.microsoft.com/office/drawing/2014/main" id="{C6802AE8-5C60-7B87-F5A3-5B6F5FF18421}"/>
              </a:ext>
            </a:extLst>
          </p:cNvPr>
          <p:cNvCxnSpPr>
            <a:stCxn id="50" idx="0"/>
            <a:endCxn id="50" idx="2"/>
          </p:cNvCxnSpPr>
          <p:nvPr/>
        </p:nvCxnSpPr>
        <p:spPr>
          <a:xfrm rot="16200000" flipH="1">
            <a:off x="4596223" y="3443276"/>
            <a:ext cx="1467692" cy="12700"/>
          </a:xfrm>
          <a:prstGeom prst="curvedConnector5">
            <a:avLst>
              <a:gd name="adj1" fmla="val -15575"/>
              <a:gd name="adj2" fmla="val 1413016"/>
              <a:gd name="adj3" fmla="val 11557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1CA365FB-EA9E-ECAB-26BC-3D3FE72FCE5C}"/>
              </a:ext>
            </a:extLst>
          </p:cNvPr>
          <p:cNvSpPr txBox="1"/>
          <p:nvPr/>
        </p:nvSpPr>
        <p:spPr>
          <a:xfrm rot="16200000">
            <a:off x="2102327" y="4109804"/>
            <a:ext cx="143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 Autoencoder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D377B21-1B9F-7BD3-C18C-459A6C98D479}"/>
              </a:ext>
            </a:extLst>
          </p:cNvPr>
          <p:cNvGrpSpPr/>
          <p:nvPr/>
        </p:nvGrpSpPr>
        <p:grpSpPr>
          <a:xfrm>
            <a:off x="2818587" y="2750110"/>
            <a:ext cx="205205" cy="781931"/>
            <a:chOff x="3321290" y="2483760"/>
            <a:chExt cx="283752" cy="1081227"/>
          </a:xfrm>
        </p:grpSpPr>
        <p:sp>
          <p:nvSpPr>
            <p:cNvPr id="81" name="Left Brace 80">
              <a:extLst>
                <a:ext uri="{FF2B5EF4-FFF2-40B4-BE49-F238E27FC236}">
                  <a16:creationId xmlns:a16="http://schemas.microsoft.com/office/drawing/2014/main" id="{9C7E3739-EE16-9A94-4709-1E608E17394F}"/>
                </a:ext>
              </a:extLst>
            </p:cNvPr>
            <p:cNvSpPr/>
            <p:nvPr/>
          </p:nvSpPr>
          <p:spPr>
            <a:xfrm>
              <a:off x="3369449" y="2483760"/>
              <a:ext cx="235593" cy="889824"/>
            </a:xfrm>
            <a:prstGeom prst="leftBrace">
              <a:avLst>
                <a:gd name="adj1" fmla="val 26911"/>
                <a:gd name="adj2" fmla="val 50000"/>
              </a:avLst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37FDD923-E122-AD9C-3298-DFE72607FD6B}"/>
                </a:ext>
              </a:extLst>
            </p:cNvPr>
            <p:cNvCxnSpPr>
              <a:cxnSpLocks/>
              <a:stCxn id="82" idx="3"/>
              <a:endCxn id="81" idx="1"/>
            </p:cNvCxnSpPr>
            <p:nvPr/>
          </p:nvCxnSpPr>
          <p:spPr>
            <a:xfrm flipV="1">
              <a:off x="3321290" y="2928673"/>
              <a:ext cx="48159" cy="63631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878C9642-E355-D8F2-3EF2-22191DF2D82F}"/>
              </a:ext>
            </a:extLst>
          </p:cNvPr>
          <p:cNvCxnSpPr>
            <a:stCxn id="17" idx="3"/>
            <a:endCxn id="24" idx="3"/>
          </p:cNvCxnSpPr>
          <p:nvPr/>
        </p:nvCxnSpPr>
        <p:spPr>
          <a:xfrm>
            <a:off x="4325908" y="1327883"/>
            <a:ext cx="3230" cy="1372567"/>
          </a:xfrm>
          <a:prstGeom prst="bentConnector3">
            <a:avLst>
              <a:gd name="adj1" fmla="val 884631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EC430362-E210-2A3F-3603-67F2D13D04FD}"/>
              </a:ext>
            </a:extLst>
          </p:cNvPr>
          <p:cNvCxnSpPr>
            <a:stCxn id="10" idx="2"/>
            <a:endCxn id="42" idx="0"/>
          </p:cNvCxnSpPr>
          <p:nvPr/>
        </p:nvCxnSpPr>
        <p:spPr>
          <a:xfrm rot="5400000" flipH="1" flipV="1">
            <a:off x="889425" y="1408789"/>
            <a:ext cx="3457007" cy="2494001"/>
          </a:xfrm>
          <a:prstGeom prst="bentConnector5">
            <a:avLst>
              <a:gd name="adj1" fmla="val -6613"/>
              <a:gd name="adj2" fmla="val 49922"/>
              <a:gd name="adj3" fmla="val 10422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92C2C243-CC75-EEE8-7F64-04A2C3AD35EF}"/>
              </a:ext>
            </a:extLst>
          </p:cNvPr>
          <p:cNvCxnSpPr>
            <a:cxnSpLocks/>
            <a:stCxn id="34" idx="3"/>
            <a:endCxn id="37" idx="3"/>
          </p:cNvCxnSpPr>
          <p:nvPr/>
        </p:nvCxnSpPr>
        <p:spPr>
          <a:xfrm>
            <a:off x="4329133" y="3386734"/>
            <a:ext cx="3230" cy="1372567"/>
          </a:xfrm>
          <a:prstGeom prst="bentConnector3">
            <a:avLst>
              <a:gd name="adj1" fmla="val 884631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1" name="Flowchart: Manual Operation 100">
            <a:extLst>
              <a:ext uri="{FF2B5EF4-FFF2-40B4-BE49-F238E27FC236}">
                <a16:creationId xmlns:a16="http://schemas.microsoft.com/office/drawing/2014/main" id="{8128E162-B581-5F1B-D163-909E04C6E420}"/>
              </a:ext>
            </a:extLst>
          </p:cNvPr>
          <p:cNvSpPr/>
          <p:nvPr/>
        </p:nvSpPr>
        <p:spPr>
          <a:xfrm rot="10800000">
            <a:off x="6404997" y="1308565"/>
            <a:ext cx="1213424" cy="458332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10799999"/>
              </a:camera>
              <a:lightRig rig="threePt" dir="t"/>
            </a:scene3d>
          </a:bodyPr>
          <a:lstStyle/>
          <a:p>
            <a:pPr algn="ctr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3D ConvT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DE3926A-57FE-BB29-AD5C-B0DBF6E82D25}"/>
              </a:ext>
            </a:extLst>
          </p:cNvPr>
          <p:cNvSpPr/>
          <p:nvPr/>
        </p:nvSpPr>
        <p:spPr>
          <a:xfrm>
            <a:off x="6110726" y="2151543"/>
            <a:ext cx="1801966" cy="4293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US" altLang="ko-K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Conv+BN+ReLU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99D2D97-65F2-AF78-7570-E2F37A7015CE}"/>
              </a:ext>
            </a:extLst>
          </p:cNvPr>
          <p:cNvGrpSpPr/>
          <p:nvPr/>
        </p:nvGrpSpPr>
        <p:grpSpPr>
          <a:xfrm>
            <a:off x="6982973" y="2732040"/>
            <a:ext cx="87137" cy="606436"/>
            <a:chOff x="9385928" y="2708568"/>
            <a:chExt cx="132539" cy="922415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EEFE4724-1164-9969-3BEB-FE24410992D9}"/>
                </a:ext>
              </a:extLst>
            </p:cNvPr>
            <p:cNvSpPr/>
            <p:nvPr/>
          </p:nvSpPr>
          <p:spPr>
            <a:xfrm>
              <a:off x="9385928" y="2708568"/>
              <a:ext cx="130629" cy="13543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EBB430B8-60CB-36FD-9D50-DF942A8519D1}"/>
                </a:ext>
              </a:extLst>
            </p:cNvPr>
            <p:cNvSpPr/>
            <p:nvPr/>
          </p:nvSpPr>
          <p:spPr>
            <a:xfrm>
              <a:off x="9387838" y="2973284"/>
              <a:ext cx="130629" cy="13543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4AE5CE03-482B-45D5-0D3D-D9A1494AAE82}"/>
                </a:ext>
              </a:extLst>
            </p:cNvPr>
            <p:cNvSpPr/>
            <p:nvPr/>
          </p:nvSpPr>
          <p:spPr>
            <a:xfrm>
              <a:off x="9385928" y="3495544"/>
              <a:ext cx="130629" cy="13543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62B7DF76-828F-EBF9-E5DC-F503D5DA6F9B}"/>
                </a:ext>
              </a:extLst>
            </p:cNvPr>
            <p:cNvSpPr/>
            <p:nvPr/>
          </p:nvSpPr>
          <p:spPr>
            <a:xfrm>
              <a:off x="9387838" y="3230650"/>
              <a:ext cx="130629" cy="13543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0" name="Flowchart: Manual Operation 109">
            <a:extLst>
              <a:ext uri="{FF2B5EF4-FFF2-40B4-BE49-F238E27FC236}">
                <a16:creationId xmlns:a16="http://schemas.microsoft.com/office/drawing/2014/main" id="{C775DE12-7ABB-79BC-F6F9-143D51263A2C}"/>
              </a:ext>
            </a:extLst>
          </p:cNvPr>
          <p:cNvSpPr/>
          <p:nvPr/>
        </p:nvSpPr>
        <p:spPr>
          <a:xfrm rot="10800000">
            <a:off x="6404998" y="3565516"/>
            <a:ext cx="1213424" cy="458332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10799999"/>
              </a:camera>
              <a:lightRig rig="threePt" dir="t"/>
            </a:scene3d>
          </a:bodyPr>
          <a:lstStyle/>
          <a:p>
            <a:pPr algn="ctr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3D ConvT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7C5B14E-73BA-0AD1-81DB-70491E365710}"/>
              </a:ext>
            </a:extLst>
          </p:cNvPr>
          <p:cNvCxnSpPr>
            <a:stCxn id="101" idx="0"/>
            <a:endCxn id="100" idx="0"/>
          </p:cNvCxnSpPr>
          <p:nvPr/>
        </p:nvCxnSpPr>
        <p:spPr>
          <a:xfrm>
            <a:off x="7011709" y="1766897"/>
            <a:ext cx="0" cy="3846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FB9E230-51CD-5E26-5927-0120CA8F80AA}"/>
              </a:ext>
            </a:extLst>
          </p:cNvPr>
          <p:cNvSpPr/>
          <p:nvPr/>
        </p:nvSpPr>
        <p:spPr>
          <a:xfrm>
            <a:off x="6110726" y="4406209"/>
            <a:ext cx="1801966" cy="4293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US" altLang="ko-K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Conv+BN+ReLU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90720E6-F652-9794-882E-CDA3F520BFE7}"/>
              </a:ext>
            </a:extLst>
          </p:cNvPr>
          <p:cNvCxnSpPr>
            <a:cxnSpLocks/>
            <a:stCxn id="110" idx="0"/>
            <a:endCxn id="117" idx="0"/>
          </p:cNvCxnSpPr>
          <p:nvPr/>
        </p:nvCxnSpPr>
        <p:spPr>
          <a:xfrm flipH="1">
            <a:off x="7011709" y="4023848"/>
            <a:ext cx="1" cy="382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46AF99AA-3E84-19D2-3AE7-975114E2BCC9}"/>
              </a:ext>
            </a:extLst>
          </p:cNvPr>
          <p:cNvCxnSpPr>
            <a:stCxn id="50" idx="3"/>
            <a:endCxn id="101" idx="2"/>
          </p:cNvCxnSpPr>
          <p:nvPr/>
        </p:nvCxnSpPr>
        <p:spPr>
          <a:xfrm flipV="1">
            <a:off x="5578101" y="1308565"/>
            <a:ext cx="1433608" cy="2134711"/>
          </a:xfrm>
          <a:prstGeom prst="bentConnector4">
            <a:avLst>
              <a:gd name="adj1" fmla="val 26005"/>
              <a:gd name="adj2" fmla="val 11070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580E7DD-1117-B22B-60A7-C8CDEA891858}"/>
              </a:ext>
            </a:extLst>
          </p:cNvPr>
          <p:cNvGrpSpPr/>
          <p:nvPr/>
        </p:nvGrpSpPr>
        <p:grpSpPr>
          <a:xfrm>
            <a:off x="8176361" y="2714022"/>
            <a:ext cx="496065" cy="1467692"/>
            <a:chOff x="6716249" y="2062238"/>
            <a:chExt cx="912987" cy="2029472"/>
          </a:xfrm>
          <a:solidFill>
            <a:srgbClr val="00B0F0"/>
          </a:solidFill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9A5CECDA-C19F-12DA-F971-F673CFC085F8}"/>
                </a:ext>
              </a:extLst>
            </p:cNvPr>
            <p:cNvSpPr/>
            <p:nvPr/>
          </p:nvSpPr>
          <p:spPr>
            <a:xfrm>
              <a:off x="6716249" y="2062238"/>
              <a:ext cx="912987" cy="20294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138B0B7D-B467-0608-1AF6-C4DFB158AEA3}"/>
                </a:ext>
              </a:extLst>
            </p:cNvPr>
            <p:cNvSpPr txBox="1"/>
            <p:nvPr/>
          </p:nvSpPr>
          <p:spPr>
            <a:xfrm>
              <a:off x="6849272" y="2198247"/>
              <a:ext cx="679740" cy="1697946"/>
            </a:xfrm>
            <a:prstGeom prst="rect">
              <a:avLst/>
            </a:prstGeom>
            <a:grpFill/>
            <a:ln>
              <a:noFill/>
            </a:ln>
          </p:spPr>
          <p:txBody>
            <a:bodyPr vert="vert270"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CNN-LSTM2D</a:t>
              </a:r>
              <a:endParaRPr lang="ko-KR" alt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7" name="Connector: Curved 126">
            <a:extLst>
              <a:ext uri="{FF2B5EF4-FFF2-40B4-BE49-F238E27FC236}">
                <a16:creationId xmlns:a16="http://schemas.microsoft.com/office/drawing/2014/main" id="{7D460154-0037-94C6-9E2B-1D2ED9817113}"/>
              </a:ext>
            </a:extLst>
          </p:cNvPr>
          <p:cNvCxnSpPr>
            <a:stCxn id="125" idx="0"/>
            <a:endCxn id="125" idx="2"/>
          </p:cNvCxnSpPr>
          <p:nvPr/>
        </p:nvCxnSpPr>
        <p:spPr>
          <a:xfrm rot="16200000" flipH="1">
            <a:off x="7690548" y="3447868"/>
            <a:ext cx="1467692" cy="12700"/>
          </a:xfrm>
          <a:prstGeom prst="curvedConnector5">
            <a:avLst>
              <a:gd name="adj1" fmla="val -15575"/>
              <a:gd name="adj2" fmla="val 1553016"/>
              <a:gd name="adj3" fmla="val 11557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6E346FCB-59C3-04A7-AA87-D64BE1F9E2FE}"/>
              </a:ext>
            </a:extLst>
          </p:cNvPr>
          <p:cNvCxnSpPr>
            <a:stCxn id="117" idx="2"/>
            <a:endCxn id="125" idx="1"/>
          </p:cNvCxnSpPr>
          <p:nvPr/>
        </p:nvCxnSpPr>
        <p:spPr>
          <a:xfrm rot="5400000" flipH="1" flipV="1">
            <a:off x="6900202" y="3559375"/>
            <a:ext cx="1387665" cy="1164652"/>
          </a:xfrm>
          <a:prstGeom prst="bentConnector4">
            <a:avLst>
              <a:gd name="adj1" fmla="val -16474"/>
              <a:gd name="adj2" fmla="val 8868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5F75A42A-3615-F2F4-801F-A3926EC741F0}"/>
              </a:ext>
            </a:extLst>
          </p:cNvPr>
          <p:cNvCxnSpPr>
            <a:cxnSpLocks/>
            <a:stCxn id="80" idx="6"/>
          </p:cNvCxnSpPr>
          <p:nvPr/>
        </p:nvCxnSpPr>
        <p:spPr>
          <a:xfrm>
            <a:off x="8665766" y="3760038"/>
            <a:ext cx="5713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CA7BEE4-5BB9-B6A7-F682-1E96A218CAE4}"/>
              </a:ext>
            </a:extLst>
          </p:cNvPr>
          <p:cNvGrpSpPr/>
          <p:nvPr/>
        </p:nvGrpSpPr>
        <p:grpSpPr>
          <a:xfrm>
            <a:off x="9312281" y="2931907"/>
            <a:ext cx="1967012" cy="1502334"/>
            <a:chOff x="13004800" y="1504025"/>
            <a:chExt cx="2638991" cy="2077375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A3EE834E-681E-AC5A-3329-8E0C107D0E5C}"/>
                </a:ext>
              </a:extLst>
            </p:cNvPr>
            <p:cNvGrpSpPr/>
            <p:nvPr/>
          </p:nvGrpSpPr>
          <p:grpSpPr>
            <a:xfrm>
              <a:off x="13004800" y="1504025"/>
              <a:ext cx="2638991" cy="2077375"/>
              <a:chOff x="2146072" y="1873188"/>
              <a:chExt cx="2638991" cy="2077375"/>
            </a:xfrm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9D767D37-C091-2364-107F-99E53FF70354}"/>
                  </a:ext>
                </a:extLst>
              </p:cNvPr>
              <p:cNvSpPr/>
              <p:nvPr/>
            </p:nvSpPr>
            <p:spPr>
              <a:xfrm>
                <a:off x="2146072" y="1873188"/>
                <a:ext cx="2638991" cy="207737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50EA2C18-3CEF-4228-B665-91EBDEFB0BA3}"/>
                  </a:ext>
                </a:extLst>
              </p:cNvPr>
              <p:cNvSpPr txBox="1"/>
              <p:nvPr/>
            </p:nvSpPr>
            <p:spPr>
              <a:xfrm>
                <a:off x="2154951" y="2308075"/>
                <a:ext cx="612560" cy="383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𝑓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'</a:t>
                </a:r>
                <a:r>
                  <a:rPr lang="ko-KR" alt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𝑡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438E8C18-2DFE-D963-0B59-F817837DCCDE}"/>
                  </a:ext>
                </a:extLst>
              </p:cNvPr>
              <p:cNvSpPr txBox="1"/>
              <p:nvPr/>
            </p:nvSpPr>
            <p:spPr>
              <a:xfrm>
                <a:off x="2167618" y="2691407"/>
                <a:ext cx="725724" cy="383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𝑓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'</a:t>
                </a:r>
                <a:r>
                  <a:rPr lang="ko-KR" alt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𝑡</a:t>
                </a:r>
                <a:r>
                  <a:rPr lang="en-US" altLang="ko-KR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ko-KR" sz="1200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endParaRPr lang="ko-KR" alt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82C4449-16FB-711A-DB40-19974A2CA67A}"/>
                  </a:ext>
                </a:extLst>
              </p:cNvPr>
              <p:cNvSpPr txBox="1"/>
              <p:nvPr/>
            </p:nvSpPr>
            <p:spPr>
              <a:xfrm>
                <a:off x="2151347" y="3065758"/>
                <a:ext cx="833283" cy="383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𝑓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'</a:t>
                </a:r>
                <a:r>
                  <a:rPr lang="ko-KR" alt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𝑡</a:t>
                </a:r>
                <a:r>
                  <a:rPr lang="en-US" altLang="ko-KR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ko-KR" sz="1200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endParaRPr lang="ko-KR" alt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26825DE4-C4B9-B286-68BC-E5FF39990A51}"/>
                  </a:ext>
                </a:extLst>
              </p:cNvPr>
              <p:cNvSpPr txBox="1"/>
              <p:nvPr/>
            </p:nvSpPr>
            <p:spPr>
              <a:xfrm>
                <a:off x="2169094" y="3438622"/>
                <a:ext cx="815536" cy="383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𝑓</a:t>
                </a:r>
                <a:r>
                  <a:rPr lang="en-US" altLang="ko-KR" sz="1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'</a:t>
                </a:r>
                <a:r>
                  <a:rPr lang="ko-KR" alt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𝑡</a:t>
                </a:r>
                <a:r>
                  <a:rPr lang="en-US" altLang="ko-KR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ko-KR" sz="1200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endParaRPr lang="ko-KR" alt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38" name="Picture 137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52F00703-772A-9701-0AC8-EFEEB8D8D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40165" y="1689545"/>
              <a:ext cx="1185722" cy="788285"/>
            </a:xfrm>
            <a:prstGeom prst="rect">
              <a:avLst/>
            </a:prstGeom>
          </p:spPr>
        </p:pic>
        <p:pic>
          <p:nvPicPr>
            <p:cNvPr id="139" name="Picture 138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89B7CB4C-FFBE-AA7D-B054-769D9D3D2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87815" y="1975291"/>
              <a:ext cx="1185722" cy="788285"/>
            </a:xfrm>
            <a:prstGeom prst="rect">
              <a:avLst/>
            </a:prstGeom>
          </p:spPr>
        </p:pic>
        <p:pic>
          <p:nvPicPr>
            <p:cNvPr id="140" name="Picture 139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5DA615E3-E254-EB08-ACA0-1E0B17D1F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23560" y="2279299"/>
              <a:ext cx="1185722" cy="788285"/>
            </a:xfrm>
            <a:prstGeom prst="rect">
              <a:avLst/>
            </a:prstGeom>
          </p:spPr>
        </p:pic>
        <p:pic>
          <p:nvPicPr>
            <p:cNvPr id="141" name="Picture 140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22344D4D-32C1-DFBC-5F7E-BD084F600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68017" y="2566633"/>
              <a:ext cx="1185722" cy="788285"/>
            </a:xfrm>
            <a:prstGeom prst="rect">
              <a:avLst/>
            </a:prstGeom>
          </p:spPr>
        </p:pic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467DFC62-5C1A-385F-C405-AA4F414008EF}"/>
              </a:ext>
            </a:extLst>
          </p:cNvPr>
          <p:cNvSpPr txBox="1"/>
          <p:nvPr/>
        </p:nvSpPr>
        <p:spPr>
          <a:xfrm>
            <a:off x="489884" y="2607093"/>
            <a:ext cx="1687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Video Sequence</a:t>
            </a:r>
            <a:endParaRPr lang="ko-KR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F889CE5-91A5-4381-B07C-5CA959622679}"/>
              </a:ext>
            </a:extLst>
          </p:cNvPr>
          <p:cNvSpPr txBox="1"/>
          <p:nvPr/>
        </p:nvSpPr>
        <p:spPr>
          <a:xfrm>
            <a:off x="9502485" y="2466700"/>
            <a:ext cx="1534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Reconstructed </a:t>
            </a:r>
          </a:p>
          <a:p>
            <a:pPr algn="ctr"/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Sequence</a:t>
            </a:r>
            <a:endParaRPr lang="ko-KR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83BAA94-359A-C3C7-1709-E7DD7498DDA0}"/>
              </a:ext>
            </a:extLst>
          </p:cNvPr>
          <p:cNvSpPr txBox="1"/>
          <p:nvPr/>
        </p:nvSpPr>
        <p:spPr>
          <a:xfrm>
            <a:off x="2991334" y="430368"/>
            <a:ext cx="2246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CNN-LSTM Encoder</a:t>
            </a:r>
            <a:endParaRPr lang="ko-KR" alt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F63A4CB-7815-2666-3B7C-03AE816BBA26}"/>
              </a:ext>
            </a:extLst>
          </p:cNvPr>
          <p:cNvSpPr txBox="1"/>
          <p:nvPr/>
        </p:nvSpPr>
        <p:spPr>
          <a:xfrm>
            <a:off x="6348345" y="430368"/>
            <a:ext cx="2246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CNN-LSTM Decoder</a:t>
            </a:r>
            <a:endParaRPr lang="ko-KR" alt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2EDE91A-5911-1F86-3F20-9E35E84E721C}"/>
              </a:ext>
            </a:extLst>
          </p:cNvPr>
          <p:cNvSpPr txBox="1"/>
          <p:nvPr/>
        </p:nvSpPr>
        <p:spPr>
          <a:xfrm>
            <a:off x="2724596" y="5653726"/>
            <a:ext cx="2794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short spatiotemporal features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151A3D1-D5AE-01FD-0969-C1F410EFD65A}"/>
              </a:ext>
            </a:extLst>
          </p:cNvPr>
          <p:cNvSpPr txBox="1"/>
          <p:nvPr/>
        </p:nvSpPr>
        <p:spPr>
          <a:xfrm>
            <a:off x="6269114" y="5653726"/>
            <a:ext cx="254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long spatiotemporal features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4747B31E-2241-C981-D14A-3566E013135C}"/>
              </a:ext>
            </a:extLst>
          </p:cNvPr>
          <p:cNvGrpSpPr/>
          <p:nvPr/>
        </p:nvGrpSpPr>
        <p:grpSpPr>
          <a:xfrm>
            <a:off x="3109853" y="3386733"/>
            <a:ext cx="3416487" cy="2172138"/>
            <a:chOff x="3724020" y="2611584"/>
            <a:chExt cx="4724200" cy="3003557"/>
          </a:xfrm>
        </p:grpSpPr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B339D408-1BEB-3525-AF52-C87998A436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24020" y="3597453"/>
              <a:ext cx="388755" cy="263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86403161-3449-6143-E3F0-B5D638621DCA}"/>
                </a:ext>
              </a:extLst>
            </p:cNvPr>
            <p:cNvGrpSpPr/>
            <p:nvPr/>
          </p:nvGrpSpPr>
          <p:grpSpPr>
            <a:xfrm>
              <a:off x="4113210" y="2611584"/>
              <a:ext cx="4335010" cy="3003557"/>
              <a:chOff x="4113210" y="2611584"/>
              <a:chExt cx="4335010" cy="3003557"/>
            </a:xfrm>
          </p:grpSpPr>
          <p:cxnSp>
            <p:nvCxnSpPr>
              <p:cNvPr id="227" name="Connector: Elbow 226">
                <a:extLst>
                  <a:ext uri="{FF2B5EF4-FFF2-40B4-BE49-F238E27FC236}">
                    <a16:creationId xmlns:a16="http://schemas.microsoft.com/office/drawing/2014/main" id="{EB244976-2437-4A30-2630-2353EFDCF505}"/>
                  </a:ext>
                </a:extLst>
              </p:cNvPr>
              <p:cNvCxnSpPr>
                <a:cxnSpLocks/>
                <a:stCxn id="34" idx="1"/>
              </p:cNvCxnSpPr>
              <p:nvPr/>
            </p:nvCxnSpPr>
            <p:spPr>
              <a:xfrm rot="10800000" flipH="1" flipV="1">
                <a:off x="4113210" y="2611584"/>
                <a:ext cx="3562266" cy="3003555"/>
              </a:xfrm>
              <a:prstGeom prst="bentConnector3">
                <a:avLst>
                  <a:gd name="adj1" fmla="val -10968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F3299D6C-1030-94F7-2887-5564620D8D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64302" y="3170070"/>
                <a:ext cx="11174" cy="244507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F798224D-F51B-AC1F-7EE4-D8E3A67451BA}"/>
                  </a:ext>
                </a:extLst>
              </p:cNvPr>
              <p:cNvCxnSpPr>
                <a:cxnSpLocks/>
                <a:endCxn id="110" idx="3"/>
              </p:cNvCxnSpPr>
              <p:nvPr/>
            </p:nvCxnSpPr>
            <p:spPr>
              <a:xfrm>
                <a:off x="7651491" y="3170070"/>
                <a:ext cx="796729" cy="56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54" name="Connector: Elbow 253">
            <a:extLst>
              <a:ext uri="{FF2B5EF4-FFF2-40B4-BE49-F238E27FC236}">
                <a16:creationId xmlns:a16="http://schemas.microsoft.com/office/drawing/2014/main" id="{46D4E2D3-B8CF-F1AA-0467-ECF81EA78B9D}"/>
              </a:ext>
            </a:extLst>
          </p:cNvPr>
          <p:cNvCxnSpPr>
            <a:cxnSpLocks/>
            <a:stCxn id="10" idx="2"/>
            <a:endCxn id="263" idx="1"/>
          </p:cNvCxnSpPr>
          <p:nvPr/>
        </p:nvCxnSpPr>
        <p:spPr>
          <a:xfrm rot="16200000" flipH="1">
            <a:off x="2263123" y="3492098"/>
            <a:ext cx="1857100" cy="3641487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2" name="Connector: Elbow 261">
            <a:extLst>
              <a:ext uri="{FF2B5EF4-FFF2-40B4-BE49-F238E27FC236}">
                <a16:creationId xmlns:a16="http://schemas.microsoft.com/office/drawing/2014/main" id="{37999C6D-C6AB-59CF-FC12-9807B60C55A0}"/>
              </a:ext>
            </a:extLst>
          </p:cNvPr>
          <p:cNvCxnSpPr>
            <a:cxnSpLocks/>
            <a:stCxn id="143" idx="2"/>
            <a:endCxn id="264" idx="3"/>
          </p:cNvCxnSpPr>
          <p:nvPr/>
        </p:nvCxnSpPr>
        <p:spPr>
          <a:xfrm rot="5400000">
            <a:off x="7544847" y="3486261"/>
            <a:ext cx="1802961" cy="3698921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6925D311-7A2A-1C3E-61C0-8F28490698B0}"/>
              </a:ext>
            </a:extLst>
          </p:cNvPr>
          <p:cNvGrpSpPr/>
          <p:nvPr/>
        </p:nvGrpSpPr>
        <p:grpSpPr>
          <a:xfrm>
            <a:off x="5012417" y="6055196"/>
            <a:ext cx="1586744" cy="372393"/>
            <a:chOff x="6354819" y="7665785"/>
            <a:chExt cx="2194095" cy="514932"/>
          </a:xfrm>
        </p:grpSpPr>
        <p:sp>
          <p:nvSpPr>
            <p:cNvPr id="263" name="Rectangle: Rounded Corners 262">
              <a:extLst>
                <a:ext uri="{FF2B5EF4-FFF2-40B4-BE49-F238E27FC236}">
                  <a16:creationId xmlns:a16="http://schemas.microsoft.com/office/drawing/2014/main" id="{3A529490-34E1-0095-1DD7-4D349B6C5F3D}"/>
                </a:ext>
              </a:extLst>
            </p:cNvPr>
            <p:cNvSpPr/>
            <p:nvPr/>
          </p:nvSpPr>
          <p:spPr>
            <a:xfrm>
              <a:off x="6354819" y="7665785"/>
              <a:ext cx="2194095" cy="514932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E6F1F057-A100-401A-8393-FEB6B9DF77E8}"/>
                </a:ext>
              </a:extLst>
            </p:cNvPr>
            <p:cNvSpPr txBox="1"/>
            <p:nvPr/>
          </p:nvSpPr>
          <p:spPr>
            <a:xfrm>
              <a:off x="6775736" y="7683386"/>
              <a:ext cx="1770005" cy="4681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𝑓</a:t>
              </a:r>
              <a:r>
                <a:rPr lang="ko-KR" alt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𝑡</a:t>
              </a:r>
              <a:r>
                <a:rPr lang="en-US" altLang="ko-KR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 </a:t>
              </a:r>
              <a:r>
                <a: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𝑓</a:t>
              </a:r>
              <a:r>
                <a:rPr lang="en-US" altLang="ko-KR" sz="16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’</a:t>
              </a:r>
              <a:r>
                <a:rPr lang="ko-KR" altLang="en-US" sz="1600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𝑡</a:t>
              </a:r>
              <a:r>
                <a:rPr lang="en-US" altLang="ko-KR" sz="16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)</a:t>
              </a:r>
              <a:endPara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44" name="Connector: Elbow 89">
            <a:extLst>
              <a:ext uri="{FF2B5EF4-FFF2-40B4-BE49-F238E27FC236}">
                <a16:creationId xmlns:a16="http://schemas.microsoft.com/office/drawing/2014/main" id="{878C9642-E355-D8F2-3EF2-22191DF2D82F}"/>
              </a:ext>
            </a:extLst>
          </p:cNvPr>
          <p:cNvCxnSpPr>
            <a:endCxn id="153" idx="6"/>
          </p:cNvCxnSpPr>
          <p:nvPr/>
        </p:nvCxnSpPr>
        <p:spPr>
          <a:xfrm>
            <a:off x="5112365" y="968933"/>
            <a:ext cx="3566702" cy="2232428"/>
          </a:xfrm>
          <a:prstGeom prst="bentConnector3">
            <a:avLst>
              <a:gd name="adj1" fmla="val 10640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0" name="타원 79"/>
          <p:cNvSpPr/>
          <p:nvPr/>
        </p:nvSpPr>
        <p:spPr>
          <a:xfrm>
            <a:off x="8576543" y="3712708"/>
            <a:ext cx="89223" cy="9466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타원 152"/>
          <p:cNvSpPr/>
          <p:nvPr/>
        </p:nvSpPr>
        <p:spPr>
          <a:xfrm>
            <a:off x="8589844" y="3154031"/>
            <a:ext cx="89223" cy="9466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2" name="Connector: Elbow 89">
            <a:extLst>
              <a:ext uri="{FF2B5EF4-FFF2-40B4-BE49-F238E27FC236}">
                <a16:creationId xmlns:a16="http://schemas.microsoft.com/office/drawing/2014/main" id="{878C9642-E355-D8F2-3EF2-22191DF2D82F}"/>
              </a:ext>
            </a:extLst>
          </p:cNvPr>
          <p:cNvCxnSpPr/>
          <p:nvPr/>
        </p:nvCxnSpPr>
        <p:spPr>
          <a:xfrm flipV="1">
            <a:off x="4325907" y="970693"/>
            <a:ext cx="1110166" cy="1051939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직선 연결선 145"/>
          <p:cNvCxnSpPr/>
          <p:nvPr/>
        </p:nvCxnSpPr>
        <p:spPr>
          <a:xfrm>
            <a:off x="4395498" y="1202266"/>
            <a:ext cx="485492" cy="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311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671505-32CD-58F4-21F6-FB044C12D03F}"/>
              </a:ext>
            </a:extLst>
          </p:cNvPr>
          <p:cNvGrpSpPr/>
          <p:nvPr/>
        </p:nvGrpSpPr>
        <p:grpSpPr>
          <a:xfrm>
            <a:off x="-1341120" y="609595"/>
            <a:ext cx="14836103" cy="7141192"/>
            <a:chOff x="-1341120" y="609595"/>
            <a:chExt cx="14836103" cy="7141192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27BD2F5-10EB-21D5-496F-CCBCC3677A25}"/>
                </a:ext>
              </a:extLst>
            </p:cNvPr>
            <p:cNvSpPr/>
            <p:nvPr/>
          </p:nvSpPr>
          <p:spPr>
            <a:xfrm>
              <a:off x="-152792" y="6902580"/>
              <a:ext cx="305583" cy="288136"/>
            </a:xfrm>
            <a:prstGeom prst="ellipse">
              <a:avLst/>
            </a:prstGeom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DB8C061C-BA80-2FCF-3207-D230568192A7}"/>
                </a:ext>
              </a:extLst>
            </p:cNvPr>
            <p:cNvSpPr/>
            <p:nvPr/>
          </p:nvSpPr>
          <p:spPr>
            <a:xfrm>
              <a:off x="1754194" y="6916252"/>
              <a:ext cx="310828" cy="294326"/>
            </a:xfrm>
            <a:prstGeom prst="ellipse">
              <a:avLst/>
            </a:prstGeom>
            <a:solidFill>
              <a:srgbClr val="9A9B5D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7086608-319C-5451-01E6-B0FE1276FE6A}"/>
                </a:ext>
              </a:extLst>
            </p:cNvPr>
            <p:cNvSpPr/>
            <p:nvPr/>
          </p:nvSpPr>
          <p:spPr>
            <a:xfrm>
              <a:off x="3582602" y="6913247"/>
              <a:ext cx="310828" cy="300336"/>
            </a:xfrm>
            <a:prstGeom prst="ellipse">
              <a:avLst/>
            </a:prstGeom>
            <a:solidFill>
              <a:srgbClr val="1B9DE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BCEDE13-E7DF-5377-7872-DF2846E11184}"/>
                </a:ext>
              </a:extLst>
            </p:cNvPr>
            <p:cNvSpPr/>
            <p:nvPr/>
          </p:nvSpPr>
          <p:spPr>
            <a:xfrm>
              <a:off x="7935114" y="6952377"/>
              <a:ext cx="310828" cy="294326"/>
            </a:xfrm>
            <a:prstGeom prst="ellipse">
              <a:avLst/>
            </a:prstGeom>
            <a:solidFill>
              <a:schemeClr val="bg2">
                <a:lumMod val="5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7DDA08C-F55E-862F-47B4-B11B4D47859C}"/>
                </a:ext>
              </a:extLst>
            </p:cNvPr>
            <p:cNvSpPr/>
            <p:nvPr/>
          </p:nvSpPr>
          <p:spPr>
            <a:xfrm>
              <a:off x="-149898" y="7433169"/>
              <a:ext cx="302297" cy="287501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67000"/>
                    <a:alpha val="70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148195B-5C29-C1FD-ACDC-18B704FCDB15}"/>
                </a:ext>
              </a:extLst>
            </p:cNvPr>
            <p:cNvSpPr/>
            <p:nvPr/>
          </p:nvSpPr>
          <p:spPr>
            <a:xfrm>
              <a:off x="6781793" y="3773802"/>
              <a:ext cx="647702" cy="218694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 Normalization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120, 160, 48]</a:t>
              </a:r>
            </a:p>
          </p:txBody>
        </p:sp>
        <p:sp>
          <p:nvSpPr>
            <p:cNvPr id="120" name="Rectangle: Diagonal Corners Rounded 119">
              <a:extLst>
                <a:ext uri="{FF2B5EF4-FFF2-40B4-BE49-F238E27FC236}">
                  <a16:creationId xmlns:a16="http://schemas.microsoft.com/office/drawing/2014/main" id="{50125AFE-1539-2C4D-0F9D-43824BDEEA1B}"/>
                </a:ext>
              </a:extLst>
            </p:cNvPr>
            <p:cNvSpPr/>
            <p:nvPr/>
          </p:nvSpPr>
          <p:spPr>
            <a:xfrm>
              <a:off x="6107425" y="3773803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120, 160, 48]</a:t>
              </a:r>
            </a:p>
          </p:txBody>
        </p:sp>
        <p:sp>
          <p:nvSpPr>
            <p:cNvPr id="119" name="Rectangle: Top Corners Snipped 118">
              <a:extLst>
                <a:ext uri="{FF2B5EF4-FFF2-40B4-BE49-F238E27FC236}">
                  <a16:creationId xmlns:a16="http://schemas.microsoft.com/office/drawing/2014/main" id="{5C943607-EED5-FBDC-86E2-3ACA113D9C5D}"/>
                </a:ext>
              </a:extLst>
            </p:cNvPr>
            <p:cNvSpPr/>
            <p:nvPr/>
          </p:nvSpPr>
          <p:spPr>
            <a:xfrm rot="16200000">
              <a:off x="4663437" y="4543424"/>
              <a:ext cx="2186942" cy="647701"/>
            </a:xfrm>
            <a:prstGeom prst="snip2SameRect">
              <a:avLst>
                <a:gd name="adj1" fmla="val 26648"/>
                <a:gd name="adj2" fmla="val 28088"/>
              </a:avLst>
            </a:prstGeom>
            <a:gradFill flip="none" rotWithShape="1">
              <a:gsLst>
                <a:gs pos="0">
                  <a:schemeClr val="accent6">
                    <a:lumMod val="67000"/>
                    <a:alpha val="70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Conv3DT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120, 160, 16]</a:t>
              </a:r>
            </a:p>
          </p:txBody>
        </p:sp>
        <p:sp>
          <p:nvSpPr>
            <p:cNvPr id="118" name="Rectangle: Top Corners Snipped 117">
              <a:extLst>
                <a:ext uri="{FF2B5EF4-FFF2-40B4-BE49-F238E27FC236}">
                  <a16:creationId xmlns:a16="http://schemas.microsoft.com/office/drawing/2014/main" id="{DA6FCDE4-4E7C-57A9-FF39-DF6E3E49CEB0}"/>
                </a:ext>
              </a:extLst>
            </p:cNvPr>
            <p:cNvSpPr/>
            <p:nvPr/>
          </p:nvSpPr>
          <p:spPr>
            <a:xfrm rot="16200000">
              <a:off x="3992880" y="4543424"/>
              <a:ext cx="2186941" cy="647700"/>
            </a:xfrm>
            <a:prstGeom prst="snip2SameRect">
              <a:avLst>
                <a:gd name="adj1" fmla="val 0"/>
                <a:gd name="adj2" fmla="val 28824"/>
              </a:avLst>
            </a:prstGeom>
            <a:solidFill>
              <a:schemeClr val="bg2">
                <a:lumMod val="5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</a:t>
              </a:r>
              <a:r>
                <a:rPr lang="en-US" sz="1600" dirty="0">
                  <a:solidFill>
                    <a:schemeClr val="tx1"/>
                  </a:solidFill>
                </a:rPr>
                <a:t>, 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60, 80, 32]</a:t>
              </a:r>
            </a:p>
          </p:txBody>
        </p:sp>
        <p:sp>
          <p:nvSpPr>
            <p:cNvPr id="117" name="Rectangle: Top Corners Snipped 116">
              <a:extLst>
                <a:ext uri="{FF2B5EF4-FFF2-40B4-BE49-F238E27FC236}">
                  <a16:creationId xmlns:a16="http://schemas.microsoft.com/office/drawing/2014/main" id="{596BECC0-450E-BF35-48B4-1FC8F4145F64}"/>
                </a:ext>
              </a:extLst>
            </p:cNvPr>
            <p:cNvSpPr/>
            <p:nvPr/>
          </p:nvSpPr>
          <p:spPr>
            <a:xfrm rot="16200000">
              <a:off x="3326130" y="4545332"/>
              <a:ext cx="2186941" cy="647700"/>
            </a:xfrm>
            <a:prstGeom prst="snip2SameRect">
              <a:avLst>
                <a:gd name="adj1" fmla="val 0"/>
                <a:gd name="adj2" fmla="val 28824"/>
              </a:avLst>
            </a:prstGeom>
            <a:solidFill>
              <a:schemeClr val="bg2">
                <a:lumMod val="5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Conv3D, ReLU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120, 160, 32]</a:t>
              </a:r>
            </a:p>
          </p:txBody>
        </p:sp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AF38ADF1-EC78-C378-0A40-3E0097A8D4AC}"/>
                </a:ext>
              </a:extLst>
            </p:cNvPr>
            <p:cNvSpPr/>
            <p:nvPr/>
          </p:nvSpPr>
          <p:spPr>
            <a:xfrm>
              <a:off x="3421378" y="3779520"/>
              <a:ext cx="647700" cy="2186940"/>
            </a:xfrm>
            <a:prstGeom prst="roundRect">
              <a:avLst>
                <a:gd name="adj" fmla="val 31961"/>
              </a:avLst>
            </a:prstGeom>
            <a:solidFill>
              <a:srgbClr val="1B9DE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Conv3D, ReLU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16]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9769750-9AB6-4DE1-9027-60BA24E4EE57}"/>
                </a:ext>
              </a:extLst>
            </p:cNvPr>
            <p:cNvGrpSpPr/>
            <p:nvPr/>
          </p:nvGrpSpPr>
          <p:grpSpPr>
            <a:xfrm>
              <a:off x="-1264920" y="3779520"/>
              <a:ext cx="1318260" cy="2189480"/>
              <a:chOff x="0" y="1615440"/>
              <a:chExt cx="1318260" cy="218948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327A00A-8B97-9A16-7601-2AAEA7E9F412}"/>
                  </a:ext>
                </a:extLst>
              </p:cNvPr>
              <p:cNvSpPr/>
              <p:nvPr/>
            </p:nvSpPr>
            <p:spPr>
              <a:xfrm>
                <a:off x="0" y="1615440"/>
                <a:ext cx="647700" cy="2186940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5D</a:t>
                </a:r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sz="16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240, 320, 3]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729FA16-C016-3255-E059-68851477C4C3}"/>
                  </a:ext>
                </a:extLst>
              </p:cNvPr>
              <p:cNvSpPr/>
              <p:nvPr/>
            </p:nvSpPr>
            <p:spPr>
              <a:xfrm>
                <a:off x="670560" y="1617980"/>
                <a:ext cx="647700" cy="2186940"/>
              </a:xfrm>
              <a:prstGeom prst="rect">
                <a:avLst/>
              </a:prstGeom>
              <a:solidFill>
                <a:srgbClr val="9A9B5D">
                  <a:alpha val="70000"/>
                </a:srgb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Layer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sz="16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240, 320, 3]</a:t>
                </a:r>
              </a:p>
            </p:txBody>
          </p:sp>
          <p:sp>
            <p:nvSpPr>
              <p:cNvPr id="36" name="Arrow: Right 35">
                <a:extLst>
                  <a:ext uri="{FF2B5EF4-FFF2-40B4-BE49-F238E27FC236}">
                    <a16:creationId xmlns:a16="http://schemas.microsoft.com/office/drawing/2014/main" id="{55802CC9-82B7-D570-8414-D567CD711E05}"/>
                  </a:ext>
                </a:extLst>
              </p:cNvPr>
              <p:cNvSpPr/>
              <p:nvPr/>
            </p:nvSpPr>
            <p:spPr>
              <a:xfrm>
                <a:off x="624840" y="265176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26642BB9-E393-0DFD-6365-63D0B57E2125}"/>
                </a:ext>
              </a:extLst>
            </p:cNvPr>
            <p:cNvSpPr/>
            <p:nvPr/>
          </p:nvSpPr>
          <p:spPr>
            <a:xfrm>
              <a:off x="76200" y="3779520"/>
              <a:ext cx="647700" cy="2186940"/>
            </a:xfrm>
            <a:prstGeom prst="roundRect">
              <a:avLst>
                <a:gd name="adj" fmla="val 31961"/>
              </a:avLst>
            </a:prstGeom>
            <a:solidFill>
              <a:srgbClr val="1B9DE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Conv3D, ReLU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16]</a:t>
              </a:r>
            </a:p>
          </p:txBody>
        </p:sp>
        <p:sp>
          <p:nvSpPr>
            <p:cNvPr id="55" name="Arrow: Right 54">
              <a:extLst>
                <a:ext uri="{FF2B5EF4-FFF2-40B4-BE49-F238E27FC236}">
                  <a16:creationId xmlns:a16="http://schemas.microsoft.com/office/drawing/2014/main" id="{D13384E5-64AD-FA29-0625-053D7BD494D6}"/>
                </a:ext>
              </a:extLst>
            </p:cNvPr>
            <p:cNvSpPr/>
            <p:nvPr/>
          </p:nvSpPr>
          <p:spPr>
            <a:xfrm>
              <a:off x="26670" y="4819650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60" name="Rectangle: Top Corners Snipped 59">
              <a:extLst>
                <a:ext uri="{FF2B5EF4-FFF2-40B4-BE49-F238E27FC236}">
                  <a16:creationId xmlns:a16="http://schemas.microsoft.com/office/drawing/2014/main" id="{076D8A4E-65A7-B9CB-7841-8668DF0CDE29}"/>
                </a:ext>
              </a:extLst>
            </p:cNvPr>
            <p:cNvSpPr/>
            <p:nvPr/>
          </p:nvSpPr>
          <p:spPr>
            <a:xfrm rot="16200000">
              <a:off x="-22861" y="4549142"/>
              <a:ext cx="2186941" cy="647700"/>
            </a:xfrm>
            <a:prstGeom prst="snip2SameRect">
              <a:avLst>
                <a:gd name="adj1" fmla="val 0"/>
                <a:gd name="adj2" fmla="val 28824"/>
              </a:avLst>
            </a:prstGeom>
            <a:solidFill>
              <a:schemeClr val="bg2">
                <a:lumMod val="5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Conv3D, ReLU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120, 160, 32]</a:t>
              </a:r>
            </a:p>
          </p:txBody>
        </p:sp>
        <p:sp>
          <p:nvSpPr>
            <p:cNvPr id="64" name="Rectangle: Top Corners Snipped 63">
              <a:extLst>
                <a:ext uri="{FF2B5EF4-FFF2-40B4-BE49-F238E27FC236}">
                  <a16:creationId xmlns:a16="http://schemas.microsoft.com/office/drawing/2014/main" id="{2833815A-C6B4-891D-A2EF-9814D4DF7080}"/>
                </a:ext>
              </a:extLst>
            </p:cNvPr>
            <p:cNvSpPr/>
            <p:nvPr/>
          </p:nvSpPr>
          <p:spPr>
            <a:xfrm rot="16200000">
              <a:off x="647700" y="4549138"/>
              <a:ext cx="2186942" cy="647701"/>
            </a:xfrm>
            <a:prstGeom prst="snip2SameRect">
              <a:avLst>
                <a:gd name="adj1" fmla="val 26648"/>
                <a:gd name="adj2" fmla="val 28088"/>
              </a:avLst>
            </a:prstGeom>
            <a:gradFill flip="none" rotWithShape="1">
              <a:gsLst>
                <a:gs pos="0">
                  <a:schemeClr val="accent6">
                    <a:lumMod val="67000"/>
                    <a:alpha val="70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Conv3DT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16]</a:t>
              </a:r>
            </a:p>
          </p:txBody>
        </p:sp>
        <p:sp>
          <p:nvSpPr>
            <p:cNvPr id="65" name="Rectangle: Diagonal Corners Rounded 64">
              <a:extLst>
                <a:ext uri="{FF2B5EF4-FFF2-40B4-BE49-F238E27FC236}">
                  <a16:creationId xmlns:a16="http://schemas.microsoft.com/office/drawing/2014/main" id="{6B9D9B97-64E6-095D-89CB-AED658D436A4}"/>
                </a:ext>
              </a:extLst>
            </p:cNvPr>
            <p:cNvSpPr/>
            <p:nvPr/>
          </p:nvSpPr>
          <p:spPr>
            <a:xfrm>
              <a:off x="2080258" y="3782058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19]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E253130-23ED-E8B1-FA10-F614BA940AA0}"/>
                </a:ext>
              </a:extLst>
            </p:cNvPr>
            <p:cNvSpPr/>
            <p:nvPr/>
          </p:nvSpPr>
          <p:spPr>
            <a:xfrm>
              <a:off x="2750820" y="3779517"/>
              <a:ext cx="647702" cy="218694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 Normalization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19]</a:t>
              </a: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22B0CDCE-8D70-A64F-19FA-C9B97C3CDF10}"/>
                </a:ext>
              </a:extLst>
            </p:cNvPr>
            <p:cNvGrpSpPr/>
            <p:nvPr/>
          </p:nvGrpSpPr>
          <p:grpSpPr>
            <a:xfrm>
              <a:off x="704850" y="4815840"/>
              <a:ext cx="2769870" cy="106680"/>
              <a:chOff x="1969770" y="2651760"/>
              <a:chExt cx="2769870" cy="106680"/>
            </a:xfrm>
          </p:grpSpPr>
          <p:sp>
            <p:nvSpPr>
              <p:cNvPr id="61" name="Arrow: Right 60">
                <a:extLst>
                  <a:ext uri="{FF2B5EF4-FFF2-40B4-BE49-F238E27FC236}">
                    <a16:creationId xmlns:a16="http://schemas.microsoft.com/office/drawing/2014/main" id="{8DC5EF9C-2449-E52E-9A4D-8EA9222CEB10}"/>
                  </a:ext>
                </a:extLst>
              </p:cNvPr>
              <p:cNvSpPr/>
              <p:nvPr/>
            </p:nvSpPr>
            <p:spPr>
              <a:xfrm>
                <a:off x="1969770" y="265557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72" name="Arrow: Right 71">
                <a:extLst>
                  <a:ext uri="{FF2B5EF4-FFF2-40B4-BE49-F238E27FC236}">
                    <a16:creationId xmlns:a16="http://schemas.microsoft.com/office/drawing/2014/main" id="{A3C49003-B58D-BD8D-F8FC-CC671990AD03}"/>
                  </a:ext>
                </a:extLst>
              </p:cNvPr>
              <p:cNvSpPr/>
              <p:nvPr/>
            </p:nvSpPr>
            <p:spPr>
              <a:xfrm>
                <a:off x="2625090" y="265176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73" name="Arrow: Right 72">
                <a:extLst>
                  <a:ext uri="{FF2B5EF4-FFF2-40B4-BE49-F238E27FC236}">
                    <a16:creationId xmlns:a16="http://schemas.microsoft.com/office/drawing/2014/main" id="{712D88BD-1686-FB40-4D4B-052E03198416}"/>
                  </a:ext>
                </a:extLst>
              </p:cNvPr>
              <p:cNvSpPr/>
              <p:nvPr/>
            </p:nvSpPr>
            <p:spPr>
              <a:xfrm>
                <a:off x="3299460" y="265557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74" name="Arrow: Right 73">
                <a:extLst>
                  <a:ext uri="{FF2B5EF4-FFF2-40B4-BE49-F238E27FC236}">
                    <a16:creationId xmlns:a16="http://schemas.microsoft.com/office/drawing/2014/main" id="{8F8AEAE2-482C-F2EA-D0C0-2AC0679AF0F7}"/>
                  </a:ext>
                </a:extLst>
              </p:cNvPr>
              <p:cNvSpPr/>
              <p:nvPr/>
            </p:nvSpPr>
            <p:spPr>
              <a:xfrm>
                <a:off x="3970020" y="265557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75" name="Arrow: Right 74">
                <a:extLst>
                  <a:ext uri="{FF2B5EF4-FFF2-40B4-BE49-F238E27FC236}">
                    <a16:creationId xmlns:a16="http://schemas.microsoft.com/office/drawing/2014/main" id="{7EEFD5A6-FC08-2C29-A547-1843C4A0FB14}"/>
                  </a:ext>
                </a:extLst>
              </p:cNvPr>
              <p:cNvSpPr/>
              <p:nvPr/>
            </p:nvSpPr>
            <p:spPr>
              <a:xfrm>
                <a:off x="4636770" y="265557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3EC0444C-FB71-96E1-C8C5-B7B71364AE9D}"/>
                </a:ext>
              </a:extLst>
            </p:cNvPr>
            <p:cNvGrpSpPr/>
            <p:nvPr/>
          </p:nvGrpSpPr>
          <p:grpSpPr>
            <a:xfrm>
              <a:off x="4046220" y="4819650"/>
              <a:ext cx="2781300" cy="106680"/>
              <a:chOff x="1969770" y="2651760"/>
              <a:chExt cx="2781300" cy="106680"/>
            </a:xfrm>
          </p:grpSpPr>
          <p:sp>
            <p:nvSpPr>
              <p:cNvPr id="107" name="Arrow: Right 106">
                <a:extLst>
                  <a:ext uri="{FF2B5EF4-FFF2-40B4-BE49-F238E27FC236}">
                    <a16:creationId xmlns:a16="http://schemas.microsoft.com/office/drawing/2014/main" id="{5E7B6E39-77B5-8B78-1B59-F392EA979EE7}"/>
                  </a:ext>
                </a:extLst>
              </p:cNvPr>
              <p:cNvSpPr/>
              <p:nvPr/>
            </p:nvSpPr>
            <p:spPr>
              <a:xfrm>
                <a:off x="1969770" y="265557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12" name="Arrow: Right 111">
                <a:extLst>
                  <a:ext uri="{FF2B5EF4-FFF2-40B4-BE49-F238E27FC236}">
                    <a16:creationId xmlns:a16="http://schemas.microsoft.com/office/drawing/2014/main" id="{0305D5A4-E866-4AF4-25ED-8634B6856C24}"/>
                  </a:ext>
                </a:extLst>
              </p:cNvPr>
              <p:cNvSpPr/>
              <p:nvPr/>
            </p:nvSpPr>
            <p:spPr>
              <a:xfrm>
                <a:off x="2625090" y="265176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13" name="Arrow: Right 112">
                <a:extLst>
                  <a:ext uri="{FF2B5EF4-FFF2-40B4-BE49-F238E27FC236}">
                    <a16:creationId xmlns:a16="http://schemas.microsoft.com/office/drawing/2014/main" id="{B3E4E4E3-AFA3-8E23-14B9-A00723EC0574}"/>
                  </a:ext>
                </a:extLst>
              </p:cNvPr>
              <p:cNvSpPr/>
              <p:nvPr/>
            </p:nvSpPr>
            <p:spPr>
              <a:xfrm>
                <a:off x="3299460" y="265557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14" name="Arrow: Right 113">
                <a:extLst>
                  <a:ext uri="{FF2B5EF4-FFF2-40B4-BE49-F238E27FC236}">
                    <a16:creationId xmlns:a16="http://schemas.microsoft.com/office/drawing/2014/main" id="{C159CDC7-591B-3CA5-BA4E-916227245F24}"/>
                  </a:ext>
                </a:extLst>
              </p:cNvPr>
              <p:cNvSpPr/>
              <p:nvPr/>
            </p:nvSpPr>
            <p:spPr>
              <a:xfrm>
                <a:off x="3970020" y="265557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15" name="Arrow: Right 114">
                <a:extLst>
                  <a:ext uri="{FF2B5EF4-FFF2-40B4-BE49-F238E27FC236}">
                    <a16:creationId xmlns:a16="http://schemas.microsoft.com/office/drawing/2014/main" id="{F60F16EA-0E10-2152-3DDE-A96115F5FAC0}"/>
                  </a:ext>
                </a:extLst>
              </p:cNvPr>
              <p:cNvSpPr/>
              <p:nvPr/>
            </p:nvSpPr>
            <p:spPr>
              <a:xfrm>
                <a:off x="4648200" y="265557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</p:grp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4D7D8F2D-89CF-DF95-4F13-AF79F929FED2}"/>
                </a:ext>
              </a:extLst>
            </p:cNvPr>
            <p:cNvSpPr/>
            <p:nvPr/>
          </p:nvSpPr>
          <p:spPr>
            <a:xfrm>
              <a:off x="10812764" y="3768087"/>
              <a:ext cx="647702" cy="218694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 Normalization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60, 80, 48]</a:t>
              </a:r>
            </a:p>
          </p:txBody>
        </p:sp>
        <p:sp>
          <p:nvSpPr>
            <p:cNvPr id="135" name="Rectangle: Diagonal Corners Rounded 134">
              <a:extLst>
                <a:ext uri="{FF2B5EF4-FFF2-40B4-BE49-F238E27FC236}">
                  <a16:creationId xmlns:a16="http://schemas.microsoft.com/office/drawing/2014/main" id="{B273102E-58BF-D1B2-E1F6-42A2A1417B72}"/>
                </a:ext>
              </a:extLst>
            </p:cNvPr>
            <p:cNvSpPr/>
            <p:nvPr/>
          </p:nvSpPr>
          <p:spPr>
            <a:xfrm>
              <a:off x="10138396" y="3768088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60, 80, 48]</a:t>
              </a:r>
            </a:p>
          </p:txBody>
        </p:sp>
        <p:sp>
          <p:nvSpPr>
            <p:cNvPr id="136" name="Rectangle: Top Corners Snipped 135">
              <a:extLst>
                <a:ext uri="{FF2B5EF4-FFF2-40B4-BE49-F238E27FC236}">
                  <a16:creationId xmlns:a16="http://schemas.microsoft.com/office/drawing/2014/main" id="{8F2FD3D3-070C-FD97-559B-DF7D1285CC20}"/>
                </a:ext>
              </a:extLst>
            </p:cNvPr>
            <p:cNvSpPr/>
            <p:nvPr/>
          </p:nvSpPr>
          <p:spPr>
            <a:xfrm rot="16200000">
              <a:off x="8694408" y="4537709"/>
              <a:ext cx="2186942" cy="647701"/>
            </a:xfrm>
            <a:prstGeom prst="snip2SameRect">
              <a:avLst>
                <a:gd name="adj1" fmla="val 26648"/>
                <a:gd name="adj2" fmla="val 28088"/>
              </a:avLst>
            </a:prstGeom>
            <a:gradFill flip="none" rotWithShape="1">
              <a:gsLst>
                <a:gs pos="0">
                  <a:schemeClr val="accent6">
                    <a:lumMod val="67000"/>
                    <a:alpha val="70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Conv3DT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60, 80, 16]</a:t>
              </a:r>
            </a:p>
          </p:txBody>
        </p:sp>
        <p:sp>
          <p:nvSpPr>
            <p:cNvPr id="137" name="Rectangle: Top Corners Snipped 136">
              <a:extLst>
                <a:ext uri="{FF2B5EF4-FFF2-40B4-BE49-F238E27FC236}">
                  <a16:creationId xmlns:a16="http://schemas.microsoft.com/office/drawing/2014/main" id="{66C34054-C8B0-31C5-CD24-2FC8651145C9}"/>
                </a:ext>
              </a:extLst>
            </p:cNvPr>
            <p:cNvSpPr/>
            <p:nvPr/>
          </p:nvSpPr>
          <p:spPr>
            <a:xfrm rot="16200000">
              <a:off x="8023851" y="4537709"/>
              <a:ext cx="2186941" cy="647700"/>
            </a:xfrm>
            <a:prstGeom prst="snip2SameRect">
              <a:avLst>
                <a:gd name="adj1" fmla="val 0"/>
                <a:gd name="adj2" fmla="val 28824"/>
              </a:avLst>
            </a:prstGeom>
            <a:solidFill>
              <a:schemeClr val="bg2">
                <a:lumMod val="5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Conv3D, ReLU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30, 40, 32]</a:t>
              </a:r>
            </a:p>
          </p:txBody>
        </p:sp>
        <p:sp>
          <p:nvSpPr>
            <p:cNvPr id="138" name="Rectangle: Top Corners Snipped 137">
              <a:extLst>
                <a:ext uri="{FF2B5EF4-FFF2-40B4-BE49-F238E27FC236}">
                  <a16:creationId xmlns:a16="http://schemas.microsoft.com/office/drawing/2014/main" id="{51552EDA-A42E-88D9-AF43-D2478D0B8832}"/>
                </a:ext>
              </a:extLst>
            </p:cNvPr>
            <p:cNvSpPr/>
            <p:nvPr/>
          </p:nvSpPr>
          <p:spPr>
            <a:xfrm rot="16200000">
              <a:off x="7357101" y="4539617"/>
              <a:ext cx="2186941" cy="647700"/>
            </a:xfrm>
            <a:prstGeom prst="snip2SameRect">
              <a:avLst>
                <a:gd name="adj1" fmla="val 0"/>
                <a:gd name="adj2" fmla="val 28824"/>
              </a:avLst>
            </a:prstGeom>
            <a:solidFill>
              <a:schemeClr val="bg2">
                <a:lumMod val="5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</a:t>
              </a:r>
              <a:r>
                <a:rPr lang="en-US" sz="1600" dirty="0">
                  <a:solidFill>
                    <a:schemeClr val="tx1"/>
                  </a:solidFill>
                </a:rPr>
                <a:t>, 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60, 80, 32]</a:t>
              </a:r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CF61334A-3575-33C5-39E1-6D5D7F05C216}"/>
                </a:ext>
              </a:extLst>
            </p:cNvPr>
            <p:cNvSpPr/>
            <p:nvPr/>
          </p:nvSpPr>
          <p:spPr>
            <a:xfrm>
              <a:off x="7452349" y="3773805"/>
              <a:ext cx="647700" cy="2186940"/>
            </a:xfrm>
            <a:prstGeom prst="roundRect">
              <a:avLst>
                <a:gd name="adj" fmla="val 31961"/>
              </a:avLst>
            </a:prstGeom>
            <a:solidFill>
              <a:srgbClr val="1B9DE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Conv3D, ReLU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120, 160, 16]</a:t>
              </a: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ADA97DA2-19D6-81F1-44B4-A9D41E4C0AE8}"/>
                </a:ext>
              </a:extLst>
            </p:cNvPr>
            <p:cNvGrpSpPr/>
            <p:nvPr/>
          </p:nvGrpSpPr>
          <p:grpSpPr>
            <a:xfrm>
              <a:off x="8077191" y="4813935"/>
              <a:ext cx="2781300" cy="106680"/>
              <a:chOff x="1969770" y="2651760"/>
              <a:chExt cx="2781300" cy="106680"/>
            </a:xfrm>
          </p:grpSpPr>
          <p:sp>
            <p:nvSpPr>
              <p:cNvPr id="141" name="Arrow: Right 140">
                <a:extLst>
                  <a:ext uri="{FF2B5EF4-FFF2-40B4-BE49-F238E27FC236}">
                    <a16:creationId xmlns:a16="http://schemas.microsoft.com/office/drawing/2014/main" id="{728BCE1C-B024-68C1-E01C-2771CD273810}"/>
                  </a:ext>
                </a:extLst>
              </p:cNvPr>
              <p:cNvSpPr/>
              <p:nvPr/>
            </p:nvSpPr>
            <p:spPr>
              <a:xfrm>
                <a:off x="1969770" y="265557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42" name="Arrow: Right 141">
                <a:extLst>
                  <a:ext uri="{FF2B5EF4-FFF2-40B4-BE49-F238E27FC236}">
                    <a16:creationId xmlns:a16="http://schemas.microsoft.com/office/drawing/2014/main" id="{3A274032-6B11-AB79-2E52-8FB2E71B8A5F}"/>
                  </a:ext>
                </a:extLst>
              </p:cNvPr>
              <p:cNvSpPr/>
              <p:nvPr/>
            </p:nvSpPr>
            <p:spPr>
              <a:xfrm>
                <a:off x="2625090" y="265176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43" name="Arrow: Right 142">
                <a:extLst>
                  <a:ext uri="{FF2B5EF4-FFF2-40B4-BE49-F238E27FC236}">
                    <a16:creationId xmlns:a16="http://schemas.microsoft.com/office/drawing/2014/main" id="{91DF1FB7-2C7B-2829-8199-042E957DA669}"/>
                  </a:ext>
                </a:extLst>
              </p:cNvPr>
              <p:cNvSpPr/>
              <p:nvPr/>
            </p:nvSpPr>
            <p:spPr>
              <a:xfrm>
                <a:off x="3299460" y="265557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44" name="Arrow: Right 143">
                <a:extLst>
                  <a:ext uri="{FF2B5EF4-FFF2-40B4-BE49-F238E27FC236}">
                    <a16:creationId xmlns:a16="http://schemas.microsoft.com/office/drawing/2014/main" id="{77E1DE64-4A94-DA44-ACD6-CB32A855CCEC}"/>
                  </a:ext>
                </a:extLst>
              </p:cNvPr>
              <p:cNvSpPr/>
              <p:nvPr/>
            </p:nvSpPr>
            <p:spPr>
              <a:xfrm>
                <a:off x="3970020" y="265557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45" name="Arrow: Right 144">
                <a:extLst>
                  <a:ext uri="{FF2B5EF4-FFF2-40B4-BE49-F238E27FC236}">
                    <a16:creationId xmlns:a16="http://schemas.microsoft.com/office/drawing/2014/main" id="{874C4605-3583-BBA8-15E9-71DA38E98E91}"/>
                  </a:ext>
                </a:extLst>
              </p:cNvPr>
              <p:cNvSpPr/>
              <p:nvPr/>
            </p:nvSpPr>
            <p:spPr>
              <a:xfrm>
                <a:off x="4648200" y="265557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158" name="Arrow: Right 157">
              <a:extLst>
                <a:ext uri="{FF2B5EF4-FFF2-40B4-BE49-F238E27FC236}">
                  <a16:creationId xmlns:a16="http://schemas.microsoft.com/office/drawing/2014/main" id="{7823063E-0A07-54ED-6F06-BADAF8D38A80}"/>
                </a:ext>
              </a:extLst>
            </p:cNvPr>
            <p:cNvSpPr/>
            <p:nvPr/>
          </p:nvSpPr>
          <p:spPr>
            <a:xfrm>
              <a:off x="7402827" y="4810123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D2CC917C-5A06-7157-943B-9840D3A9054A}"/>
                </a:ext>
              </a:extLst>
            </p:cNvPr>
            <p:cNvSpPr/>
            <p:nvPr/>
          </p:nvSpPr>
          <p:spPr>
            <a:xfrm>
              <a:off x="11490949" y="3768087"/>
              <a:ext cx="647700" cy="2186940"/>
            </a:xfrm>
            <a:prstGeom prst="roundRect">
              <a:avLst>
                <a:gd name="adj" fmla="val 31961"/>
              </a:avLst>
            </a:prstGeom>
            <a:solidFill>
              <a:srgbClr val="1B9DE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</a:t>
              </a:r>
              <a:r>
                <a:rPr lang="en-US" sz="1600" dirty="0">
                  <a:solidFill>
                    <a:schemeClr val="tx1"/>
                  </a:solidFill>
                </a:rPr>
                <a:t>, 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60, 80, 16]</a:t>
              </a:r>
            </a:p>
          </p:txBody>
        </p:sp>
        <p:sp>
          <p:nvSpPr>
            <p:cNvPr id="160" name="Rectangle: Top Corners Snipped 159">
              <a:extLst>
                <a:ext uri="{FF2B5EF4-FFF2-40B4-BE49-F238E27FC236}">
                  <a16:creationId xmlns:a16="http://schemas.microsoft.com/office/drawing/2014/main" id="{BAEFCD4D-85AC-E337-57D5-0901DC7E8899}"/>
                </a:ext>
              </a:extLst>
            </p:cNvPr>
            <p:cNvSpPr/>
            <p:nvPr/>
          </p:nvSpPr>
          <p:spPr>
            <a:xfrm rot="16200000">
              <a:off x="11862410" y="4596764"/>
              <a:ext cx="2613661" cy="647700"/>
            </a:xfrm>
            <a:prstGeom prst="snip2SameRect">
              <a:avLst>
                <a:gd name="adj1" fmla="val 0"/>
                <a:gd name="adj2" fmla="val 50000"/>
              </a:avLst>
            </a:prstGeom>
            <a:solidFill>
              <a:schemeClr val="bg2">
                <a:lumMod val="5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ConvLSTM2D, ReLU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15, 20, 16]</a:t>
              </a:r>
            </a:p>
          </p:txBody>
        </p:sp>
        <p:sp>
          <p:nvSpPr>
            <p:cNvPr id="161" name="Rectangle: Top Corners Snipped 160">
              <a:extLst>
                <a:ext uri="{FF2B5EF4-FFF2-40B4-BE49-F238E27FC236}">
                  <a16:creationId xmlns:a16="http://schemas.microsoft.com/office/drawing/2014/main" id="{BFA5C606-6E7B-85F8-B663-106176B42B0C}"/>
                </a:ext>
              </a:extLst>
            </p:cNvPr>
            <p:cNvSpPr/>
            <p:nvPr/>
          </p:nvSpPr>
          <p:spPr>
            <a:xfrm rot="16200000">
              <a:off x="11399500" y="4551679"/>
              <a:ext cx="2186941" cy="647700"/>
            </a:xfrm>
            <a:prstGeom prst="snip2SameRect">
              <a:avLst>
                <a:gd name="adj1" fmla="val 0"/>
                <a:gd name="adj2" fmla="val 28824"/>
              </a:avLst>
            </a:prstGeom>
            <a:solidFill>
              <a:schemeClr val="bg2">
                <a:lumMod val="5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</a:t>
              </a:r>
              <a:r>
                <a:rPr lang="en-US" sz="1600" dirty="0">
                  <a:solidFill>
                    <a:schemeClr val="tx1"/>
                  </a:solidFill>
                </a:rPr>
                <a:t>, 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30, 40, 32]</a:t>
              </a:r>
            </a:p>
          </p:txBody>
        </p:sp>
        <p:sp>
          <p:nvSpPr>
            <p:cNvPr id="162" name="Arrow: Right 161">
              <a:extLst>
                <a:ext uri="{FF2B5EF4-FFF2-40B4-BE49-F238E27FC236}">
                  <a16:creationId xmlns:a16="http://schemas.microsoft.com/office/drawing/2014/main" id="{92B1D2DB-9EB1-A835-7177-BCC898BAEE16}"/>
                </a:ext>
              </a:extLst>
            </p:cNvPr>
            <p:cNvSpPr/>
            <p:nvPr/>
          </p:nvSpPr>
          <p:spPr>
            <a:xfrm>
              <a:off x="11445223" y="4817745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63" name="Arrow: Right 162">
              <a:extLst>
                <a:ext uri="{FF2B5EF4-FFF2-40B4-BE49-F238E27FC236}">
                  <a16:creationId xmlns:a16="http://schemas.microsoft.com/office/drawing/2014/main" id="{21F2FFD2-EB97-233E-8F6B-9FB9A4BAF14F}"/>
                </a:ext>
              </a:extLst>
            </p:cNvPr>
            <p:cNvSpPr/>
            <p:nvPr/>
          </p:nvSpPr>
          <p:spPr>
            <a:xfrm>
              <a:off x="12123404" y="4817745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64" name="Arrow: Right 163">
              <a:extLst>
                <a:ext uri="{FF2B5EF4-FFF2-40B4-BE49-F238E27FC236}">
                  <a16:creationId xmlns:a16="http://schemas.microsoft.com/office/drawing/2014/main" id="{8BF37BAC-999D-9E59-8CF2-BCE310D155B6}"/>
                </a:ext>
              </a:extLst>
            </p:cNvPr>
            <p:cNvSpPr/>
            <p:nvPr/>
          </p:nvSpPr>
          <p:spPr>
            <a:xfrm>
              <a:off x="12793962" y="4808219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B2F8189A-1C72-A229-A54B-CFB0ECB1F257}"/>
                </a:ext>
              </a:extLst>
            </p:cNvPr>
            <p:cNvSpPr/>
            <p:nvPr/>
          </p:nvSpPr>
          <p:spPr>
            <a:xfrm>
              <a:off x="-1341120" y="609600"/>
              <a:ext cx="647700" cy="2186940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Sigmoid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Confidence</a:t>
              </a:r>
            </a:p>
          </p:txBody>
        </p:sp>
        <p:sp>
          <p:nvSpPr>
            <p:cNvPr id="167" name="Rectangle: Top Corners Snipped 166">
              <a:extLst>
                <a:ext uri="{FF2B5EF4-FFF2-40B4-BE49-F238E27FC236}">
                  <a16:creationId xmlns:a16="http://schemas.microsoft.com/office/drawing/2014/main" id="{C1CA7DB8-5BC7-48BF-DDE5-1F762371C54F}"/>
                </a:ext>
              </a:extLst>
            </p:cNvPr>
            <p:cNvSpPr/>
            <p:nvPr/>
          </p:nvSpPr>
          <p:spPr>
            <a:xfrm rot="16200000">
              <a:off x="12077661" y="1379217"/>
              <a:ext cx="2186942" cy="647701"/>
            </a:xfrm>
            <a:prstGeom prst="snip2SameRect">
              <a:avLst>
                <a:gd name="adj1" fmla="val 26648"/>
                <a:gd name="adj2" fmla="val 28088"/>
              </a:avLst>
            </a:prstGeom>
            <a:gradFill flip="none" rotWithShape="1">
              <a:gsLst>
                <a:gs pos="0">
                  <a:schemeClr val="accent6">
                    <a:lumMod val="67000"/>
                    <a:alpha val="70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Conv3DT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30, 40, 16]</a:t>
              </a:r>
            </a:p>
          </p:txBody>
        </p:sp>
        <p:sp>
          <p:nvSpPr>
            <p:cNvPr id="168" name="Rectangle: Diagonal Corners Rounded 167">
              <a:extLst>
                <a:ext uri="{FF2B5EF4-FFF2-40B4-BE49-F238E27FC236}">
                  <a16:creationId xmlns:a16="http://schemas.microsoft.com/office/drawing/2014/main" id="{F642896C-EB20-B19E-087E-9EEBE8E3941A}"/>
                </a:ext>
              </a:extLst>
            </p:cNvPr>
            <p:cNvSpPr/>
            <p:nvPr/>
          </p:nvSpPr>
          <p:spPr>
            <a:xfrm>
              <a:off x="12169114" y="609596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30, 40, 48]</a:t>
              </a:r>
            </a:p>
          </p:txBody>
        </p:sp>
        <p:sp>
          <p:nvSpPr>
            <p:cNvPr id="169" name="Rectangle: Rounded Corners 168">
              <a:extLst>
                <a:ext uri="{FF2B5EF4-FFF2-40B4-BE49-F238E27FC236}">
                  <a16:creationId xmlns:a16="http://schemas.microsoft.com/office/drawing/2014/main" id="{20992586-68C6-F339-7908-376E3756D229}"/>
                </a:ext>
              </a:extLst>
            </p:cNvPr>
            <p:cNvSpPr/>
            <p:nvPr/>
          </p:nvSpPr>
          <p:spPr>
            <a:xfrm>
              <a:off x="11490949" y="609599"/>
              <a:ext cx="647700" cy="2186940"/>
            </a:xfrm>
            <a:prstGeom prst="roundRect">
              <a:avLst>
                <a:gd name="adj" fmla="val 31961"/>
              </a:avLst>
            </a:prstGeom>
            <a:solidFill>
              <a:srgbClr val="1B9DE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30, 40, 32]</a:t>
              </a: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F5DCA355-79C4-9982-A29B-262FB71A515B}"/>
                </a:ext>
              </a:extLst>
            </p:cNvPr>
            <p:cNvSpPr/>
            <p:nvPr/>
          </p:nvSpPr>
          <p:spPr>
            <a:xfrm>
              <a:off x="10828003" y="609596"/>
              <a:ext cx="632459" cy="218694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 Normalization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30, 40, 32]</a:t>
              </a:r>
            </a:p>
          </p:txBody>
        </p:sp>
        <p:sp>
          <p:nvSpPr>
            <p:cNvPr id="171" name="Rectangle: Diagonal Corners Rounded 170">
              <a:extLst>
                <a:ext uri="{FF2B5EF4-FFF2-40B4-BE49-F238E27FC236}">
                  <a16:creationId xmlns:a16="http://schemas.microsoft.com/office/drawing/2014/main" id="{88B527A8-E9DA-DB11-4E0F-F1F9B81EB90B}"/>
                </a:ext>
              </a:extLst>
            </p:cNvPr>
            <p:cNvSpPr/>
            <p:nvPr/>
          </p:nvSpPr>
          <p:spPr>
            <a:xfrm>
              <a:off x="10149836" y="609596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30, 40, 64]</a:t>
              </a:r>
            </a:p>
          </p:txBody>
        </p:sp>
        <p:sp>
          <p:nvSpPr>
            <p:cNvPr id="172" name="Rectangle: Top Corners Snipped 171">
              <a:extLst>
                <a:ext uri="{FF2B5EF4-FFF2-40B4-BE49-F238E27FC236}">
                  <a16:creationId xmlns:a16="http://schemas.microsoft.com/office/drawing/2014/main" id="{287D8195-3F5F-F997-E159-30BF3D9CDC13}"/>
                </a:ext>
              </a:extLst>
            </p:cNvPr>
            <p:cNvSpPr/>
            <p:nvPr/>
          </p:nvSpPr>
          <p:spPr>
            <a:xfrm rot="16200000">
              <a:off x="8702029" y="1379217"/>
              <a:ext cx="2186942" cy="647701"/>
            </a:xfrm>
            <a:prstGeom prst="snip2SameRect">
              <a:avLst>
                <a:gd name="adj1" fmla="val 26648"/>
                <a:gd name="adj2" fmla="val 28088"/>
              </a:avLst>
            </a:prstGeom>
            <a:gradFill flip="none" rotWithShape="1">
              <a:gsLst>
                <a:gs pos="0">
                  <a:schemeClr val="accent6">
                    <a:lumMod val="67000"/>
                    <a:alpha val="70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Conv3DT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60, 80, 16]</a:t>
              </a:r>
            </a:p>
          </p:txBody>
        </p:sp>
        <p:sp>
          <p:nvSpPr>
            <p:cNvPr id="173" name="Rectangle: Diagonal Corners Rounded 172">
              <a:extLst>
                <a:ext uri="{FF2B5EF4-FFF2-40B4-BE49-F238E27FC236}">
                  <a16:creationId xmlns:a16="http://schemas.microsoft.com/office/drawing/2014/main" id="{502712A5-923B-EBC9-351B-B2F94FCD6AAA}"/>
                </a:ext>
              </a:extLst>
            </p:cNvPr>
            <p:cNvSpPr/>
            <p:nvPr/>
          </p:nvSpPr>
          <p:spPr>
            <a:xfrm>
              <a:off x="8793462" y="609596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60, 80, 48]</a:t>
              </a:r>
            </a:p>
          </p:txBody>
        </p:sp>
        <p:sp>
          <p:nvSpPr>
            <p:cNvPr id="174" name="Rectangle: Rounded Corners 173">
              <a:extLst>
                <a:ext uri="{FF2B5EF4-FFF2-40B4-BE49-F238E27FC236}">
                  <a16:creationId xmlns:a16="http://schemas.microsoft.com/office/drawing/2014/main" id="{EB0E1963-001F-AA42-BFB9-BFDB9DD45790}"/>
                </a:ext>
              </a:extLst>
            </p:cNvPr>
            <p:cNvSpPr/>
            <p:nvPr/>
          </p:nvSpPr>
          <p:spPr>
            <a:xfrm>
              <a:off x="8126722" y="609599"/>
              <a:ext cx="647700" cy="2186940"/>
            </a:xfrm>
            <a:prstGeom prst="roundRect">
              <a:avLst>
                <a:gd name="adj" fmla="val 31961"/>
              </a:avLst>
            </a:prstGeom>
            <a:solidFill>
              <a:srgbClr val="1B9DE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60, 80, 32]</a:t>
              </a: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2724AFA-5A30-3218-FE42-38A1E38C3703}"/>
                </a:ext>
              </a:extLst>
            </p:cNvPr>
            <p:cNvSpPr/>
            <p:nvPr/>
          </p:nvSpPr>
          <p:spPr>
            <a:xfrm>
              <a:off x="7456155" y="609596"/>
              <a:ext cx="647702" cy="218694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 Normalization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60, 80, 32]</a:t>
              </a:r>
            </a:p>
          </p:txBody>
        </p:sp>
        <p:sp>
          <p:nvSpPr>
            <p:cNvPr id="176" name="Rectangle: Diagonal Corners Rounded 175">
              <a:extLst>
                <a:ext uri="{FF2B5EF4-FFF2-40B4-BE49-F238E27FC236}">
                  <a16:creationId xmlns:a16="http://schemas.microsoft.com/office/drawing/2014/main" id="{80E5FD12-31D1-3BB1-BAB6-4847C7B5E4A1}"/>
                </a:ext>
              </a:extLst>
            </p:cNvPr>
            <p:cNvSpPr/>
            <p:nvPr/>
          </p:nvSpPr>
          <p:spPr>
            <a:xfrm>
              <a:off x="6781793" y="609595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60, 80, 64]</a:t>
              </a:r>
            </a:p>
          </p:txBody>
        </p:sp>
        <p:sp>
          <p:nvSpPr>
            <p:cNvPr id="177" name="Rectangle: Top Corners Snipped 176">
              <a:extLst>
                <a:ext uri="{FF2B5EF4-FFF2-40B4-BE49-F238E27FC236}">
                  <a16:creationId xmlns:a16="http://schemas.microsoft.com/office/drawing/2014/main" id="{8546E252-9B52-5057-4EDC-362153041986}"/>
                </a:ext>
              </a:extLst>
            </p:cNvPr>
            <p:cNvSpPr/>
            <p:nvPr/>
          </p:nvSpPr>
          <p:spPr>
            <a:xfrm rot="16200000">
              <a:off x="5341627" y="1379216"/>
              <a:ext cx="2186942" cy="647701"/>
            </a:xfrm>
            <a:prstGeom prst="snip2SameRect">
              <a:avLst>
                <a:gd name="adj1" fmla="val 26648"/>
                <a:gd name="adj2" fmla="val 28088"/>
              </a:avLst>
            </a:prstGeom>
            <a:gradFill flip="none" rotWithShape="1">
              <a:gsLst>
                <a:gs pos="0">
                  <a:schemeClr val="accent6">
                    <a:lumMod val="67000"/>
                    <a:alpha val="70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Conv3DT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120, 160, 16]</a:t>
              </a:r>
            </a:p>
          </p:txBody>
        </p:sp>
        <p:sp>
          <p:nvSpPr>
            <p:cNvPr id="178" name="Rectangle: Diagonal Corners Rounded 177">
              <a:extLst>
                <a:ext uri="{FF2B5EF4-FFF2-40B4-BE49-F238E27FC236}">
                  <a16:creationId xmlns:a16="http://schemas.microsoft.com/office/drawing/2014/main" id="{ECE914EB-932B-B980-5E5E-8A4B2B2A802A}"/>
                </a:ext>
              </a:extLst>
            </p:cNvPr>
            <p:cNvSpPr/>
            <p:nvPr/>
          </p:nvSpPr>
          <p:spPr>
            <a:xfrm>
              <a:off x="5433047" y="609596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120, 160, 48]</a:t>
              </a:r>
            </a:p>
          </p:txBody>
        </p:sp>
        <p:sp>
          <p:nvSpPr>
            <p:cNvPr id="179" name="Rectangle: Rounded Corners 178">
              <a:extLst>
                <a:ext uri="{FF2B5EF4-FFF2-40B4-BE49-F238E27FC236}">
                  <a16:creationId xmlns:a16="http://schemas.microsoft.com/office/drawing/2014/main" id="{42600425-6C67-0D53-830D-2C0BD77A8E78}"/>
                </a:ext>
              </a:extLst>
            </p:cNvPr>
            <p:cNvSpPr/>
            <p:nvPr/>
          </p:nvSpPr>
          <p:spPr>
            <a:xfrm>
              <a:off x="4766307" y="609599"/>
              <a:ext cx="647700" cy="2186940"/>
            </a:xfrm>
            <a:prstGeom prst="roundRect">
              <a:avLst>
                <a:gd name="adj" fmla="val 31961"/>
              </a:avLst>
            </a:prstGeom>
            <a:solidFill>
              <a:srgbClr val="1B9DE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120, 160, 32]</a:t>
              </a: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ACC990C-EB53-030C-604D-BF8B28F1393D}"/>
                </a:ext>
              </a:extLst>
            </p:cNvPr>
            <p:cNvSpPr/>
            <p:nvPr/>
          </p:nvSpPr>
          <p:spPr>
            <a:xfrm>
              <a:off x="4095740" y="609596"/>
              <a:ext cx="647702" cy="218694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 Normalization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120, 160, 32]</a:t>
              </a:r>
            </a:p>
          </p:txBody>
        </p:sp>
        <p:sp>
          <p:nvSpPr>
            <p:cNvPr id="181" name="Rectangle: Diagonal Corners Rounded 180">
              <a:extLst>
                <a:ext uri="{FF2B5EF4-FFF2-40B4-BE49-F238E27FC236}">
                  <a16:creationId xmlns:a16="http://schemas.microsoft.com/office/drawing/2014/main" id="{15E6148B-29CA-3CCD-CA36-15DE498EC103}"/>
                </a:ext>
              </a:extLst>
            </p:cNvPr>
            <p:cNvSpPr/>
            <p:nvPr/>
          </p:nvSpPr>
          <p:spPr>
            <a:xfrm>
              <a:off x="3421378" y="609595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120, 160, 64]</a:t>
              </a:r>
            </a:p>
          </p:txBody>
        </p:sp>
        <p:sp>
          <p:nvSpPr>
            <p:cNvPr id="182" name="Rectangle: Top Corners Snipped 181">
              <a:extLst>
                <a:ext uri="{FF2B5EF4-FFF2-40B4-BE49-F238E27FC236}">
                  <a16:creationId xmlns:a16="http://schemas.microsoft.com/office/drawing/2014/main" id="{EF8DB8AE-B264-A046-E9E7-1ECB765C9E3C}"/>
                </a:ext>
              </a:extLst>
            </p:cNvPr>
            <p:cNvSpPr/>
            <p:nvPr/>
          </p:nvSpPr>
          <p:spPr>
            <a:xfrm rot="16200000">
              <a:off x="1973573" y="1379217"/>
              <a:ext cx="2186942" cy="647701"/>
            </a:xfrm>
            <a:prstGeom prst="snip2SameRect">
              <a:avLst>
                <a:gd name="adj1" fmla="val 26648"/>
                <a:gd name="adj2" fmla="val 28088"/>
              </a:avLst>
            </a:prstGeom>
            <a:gradFill flip="none" rotWithShape="1">
              <a:gsLst>
                <a:gs pos="0">
                  <a:schemeClr val="accent6">
                    <a:lumMod val="67000"/>
                    <a:alpha val="70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Conv3DT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16]</a:t>
              </a:r>
            </a:p>
          </p:txBody>
        </p:sp>
        <p:sp>
          <p:nvSpPr>
            <p:cNvPr id="187" name="Rectangle: Diagonal Corners Rounded 186">
              <a:extLst>
                <a:ext uri="{FF2B5EF4-FFF2-40B4-BE49-F238E27FC236}">
                  <a16:creationId xmlns:a16="http://schemas.microsoft.com/office/drawing/2014/main" id="{65D4D875-584C-EFF1-C470-0F60E1E5EE76}"/>
                </a:ext>
              </a:extLst>
            </p:cNvPr>
            <p:cNvSpPr/>
            <p:nvPr/>
          </p:nvSpPr>
          <p:spPr>
            <a:xfrm>
              <a:off x="2057393" y="609595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32]</a:t>
              </a:r>
            </a:p>
          </p:txBody>
        </p:sp>
        <p:sp>
          <p:nvSpPr>
            <p:cNvPr id="188" name="Rectangle: Rounded Corners 187">
              <a:extLst>
                <a:ext uri="{FF2B5EF4-FFF2-40B4-BE49-F238E27FC236}">
                  <a16:creationId xmlns:a16="http://schemas.microsoft.com/office/drawing/2014/main" id="{45C02298-257F-43BE-D13D-7658500D7572}"/>
                </a:ext>
              </a:extLst>
            </p:cNvPr>
            <p:cNvSpPr/>
            <p:nvPr/>
          </p:nvSpPr>
          <p:spPr>
            <a:xfrm>
              <a:off x="1375413" y="609598"/>
              <a:ext cx="647700" cy="2186940"/>
            </a:xfrm>
            <a:prstGeom prst="roundRect">
              <a:avLst>
                <a:gd name="adj" fmla="val 31961"/>
              </a:avLst>
            </a:prstGeom>
            <a:solidFill>
              <a:srgbClr val="1B9DE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32]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D548B3E7-CC2E-A9B1-987F-8B2510DD8E26}"/>
                </a:ext>
              </a:extLst>
            </p:cNvPr>
            <p:cNvSpPr/>
            <p:nvPr/>
          </p:nvSpPr>
          <p:spPr>
            <a:xfrm>
              <a:off x="727706" y="609595"/>
              <a:ext cx="617221" cy="218694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 Normalization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32]</a:t>
              </a:r>
            </a:p>
          </p:txBody>
        </p:sp>
        <p:sp>
          <p:nvSpPr>
            <p:cNvPr id="190" name="Rectangle: Rounded Corners 189">
              <a:extLst>
                <a:ext uri="{FF2B5EF4-FFF2-40B4-BE49-F238E27FC236}">
                  <a16:creationId xmlns:a16="http://schemas.microsoft.com/office/drawing/2014/main" id="{F8CFD78A-DFEA-F543-F37A-EB2B14A11CA7}"/>
                </a:ext>
              </a:extLst>
            </p:cNvPr>
            <p:cNvSpPr/>
            <p:nvPr/>
          </p:nvSpPr>
          <p:spPr>
            <a:xfrm>
              <a:off x="30480" y="609598"/>
              <a:ext cx="647700" cy="2186940"/>
            </a:xfrm>
            <a:prstGeom prst="roundRect">
              <a:avLst>
                <a:gd name="adj" fmla="val 31961"/>
              </a:avLst>
            </a:prstGeom>
            <a:solidFill>
              <a:srgbClr val="1B9DE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ConvLSTM2D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20]</a:t>
              </a:r>
            </a:p>
          </p:txBody>
        </p:sp>
        <p:sp>
          <p:nvSpPr>
            <p:cNvPr id="191" name="Rectangle: Rounded Corners 190">
              <a:extLst>
                <a:ext uri="{FF2B5EF4-FFF2-40B4-BE49-F238E27FC236}">
                  <a16:creationId xmlns:a16="http://schemas.microsoft.com/office/drawing/2014/main" id="{36E1D461-13EB-E754-5312-43F882F7957A}"/>
                </a:ext>
              </a:extLst>
            </p:cNvPr>
            <p:cNvSpPr/>
            <p:nvPr/>
          </p:nvSpPr>
          <p:spPr>
            <a:xfrm>
              <a:off x="-655320" y="609598"/>
              <a:ext cx="647700" cy="2186940"/>
            </a:xfrm>
            <a:prstGeom prst="roundRect">
              <a:avLst>
                <a:gd name="adj" fmla="val 31961"/>
              </a:avLst>
            </a:prstGeom>
            <a:solidFill>
              <a:srgbClr val="1B9DE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Conv3D, Sigmoid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20]</a:t>
              </a:r>
            </a:p>
          </p:txBody>
        </p:sp>
        <p:sp>
          <p:nvSpPr>
            <p:cNvPr id="192" name="Arrow: Right 191">
              <a:extLst>
                <a:ext uri="{FF2B5EF4-FFF2-40B4-BE49-F238E27FC236}">
                  <a16:creationId xmlns:a16="http://schemas.microsoft.com/office/drawing/2014/main" id="{99827E46-DEC2-AC20-208C-3C1849E116A6}"/>
                </a:ext>
              </a:extLst>
            </p:cNvPr>
            <p:cNvSpPr/>
            <p:nvPr/>
          </p:nvSpPr>
          <p:spPr>
            <a:xfrm flipH="1">
              <a:off x="12760942" y="1661159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Arrow: Right 192">
              <a:extLst>
                <a:ext uri="{FF2B5EF4-FFF2-40B4-BE49-F238E27FC236}">
                  <a16:creationId xmlns:a16="http://schemas.microsoft.com/office/drawing/2014/main" id="{9D2050B3-7BAC-F513-F8A8-5D5495CBD819}"/>
                </a:ext>
              </a:extLst>
            </p:cNvPr>
            <p:cNvSpPr/>
            <p:nvPr/>
          </p:nvSpPr>
          <p:spPr>
            <a:xfrm flipH="1">
              <a:off x="12080876" y="1661159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Arrow: Right 193">
              <a:extLst>
                <a:ext uri="{FF2B5EF4-FFF2-40B4-BE49-F238E27FC236}">
                  <a16:creationId xmlns:a16="http://schemas.microsoft.com/office/drawing/2014/main" id="{BD4F0775-076C-7E08-3597-F4BC4E8846CD}"/>
                </a:ext>
              </a:extLst>
            </p:cNvPr>
            <p:cNvSpPr/>
            <p:nvPr/>
          </p:nvSpPr>
          <p:spPr>
            <a:xfrm flipH="1">
              <a:off x="11410319" y="1659253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Arrow: Right 194">
              <a:extLst>
                <a:ext uri="{FF2B5EF4-FFF2-40B4-BE49-F238E27FC236}">
                  <a16:creationId xmlns:a16="http://schemas.microsoft.com/office/drawing/2014/main" id="{C5C034C9-6431-B1D9-E61D-ED2D8BEDC273}"/>
                </a:ext>
              </a:extLst>
            </p:cNvPr>
            <p:cNvSpPr/>
            <p:nvPr/>
          </p:nvSpPr>
          <p:spPr>
            <a:xfrm flipH="1">
              <a:off x="10741001" y="1659887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Arrow: Right 195">
              <a:extLst>
                <a:ext uri="{FF2B5EF4-FFF2-40B4-BE49-F238E27FC236}">
                  <a16:creationId xmlns:a16="http://schemas.microsoft.com/office/drawing/2014/main" id="{C4238CA9-496B-072A-E77F-67F43048DC39}"/>
                </a:ext>
              </a:extLst>
            </p:cNvPr>
            <p:cNvSpPr/>
            <p:nvPr/>
          </p:nvSpPr>
          <p:spPr>
            <a:xfrm flipH="1">
              <a:off x="10060935" y="1659253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Arrow: Right 196">
              <a:extLst>
                <a:ext uri="{FF2B5EF4-FFF2-40B4-BE49-F238E27FC236}">
                  <a16:creationId xmlns:a16="http://schemas.microsoft.com/office/drawing/2014/main" id="{B9C62249-1F41-F0D9-A94D-997140BF1205}"/>
                </a:ext>
              </a:extLst>
            </p:cNvPr>
            <p:cNvSpPr/>
            <p:nvPr/>
          </p:nvSpPr>
          <p:spPr>
            <a:xfrm flipH="1">
              <a:off x="9384040" y="1659253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Arrow: Right 197">
              <a:extLst>
                <a:ext uri="{FF2B5EF4-FFF2-40B4-BE49-F238E27FC236}">
                  <a16:creationId xmlns:a16="http://schemas.microsoft.com/office/drawing/2014/main" id="{C6817248-E3A0-1B5C-5E2D-AB3BABB60AC6}"/>
                </a:ext>
              </a:extLst>
            </p:cNvPr>
            <p:cNvSpPr/>
            <p:nvPr/>
          </p:nvSpPr>
          <p:spPr>
            <a:xfrm flipH="1">
              <a:off x="8714097" y="1665601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Arrow: Right 198">
              <a:extLst>
                <a:ext uri="{FF2B5EF4-FFF2-40B4-BE49-F238E27FC236}">
                  <a16:creationId xmlns:a16="http://schemas.microsoft.com/office/drawing/2014/main" id="{751BBA7F-533A-AC50-888A-C31DA7BC5537}"/>
                </a:ext>
              </a:extLst>
            </p:cNvPr>
            <p:cNvSpPr/>
            <p:nvPr/>
          </p:nvSpPr>
          <p:spPr>
            <a:xfrm flipH="1">
              <a:off x="8047342" y="1665601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Arrow: Right 199">
              <a:extLst>
                <a:ext uri="{FF2B5EF4-FFF2-40B4-BE49-F238E27FC236}">
                  <a16:creationId xmlns:a16="http://schemas.microsoft.com/office/drawing/2014/main" id="{4D9B623C-216A-CC99-924A-C2251D9434DC}"/>
                </a:ext>
              </a:extLst>
            </p:cNvPr>
            <p:cNvSpPr/>
            <p:nvPr/>
          </p:nvSpPr>
          <p:spPr>
            <a:xfrm flipH="1">
              <a:off x="7373620" y="1659253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Arrow: Right 200">
              <a:extLst>
                <a:ext uri="{FF2B5EF4-FFF2-40B4-BE49-F238E27FC236}">
                  <a16:creationId xmlns:a16="http://schemas.microsoft.com/office/drawing/2014/main" id="{5DC50F75-613E-D23A-05B0-11B6ED291435}"/>
                </a:ext>
              </a:extLst>
            </p:cNvPr>
            <p:cNvSpPr/>
            <p:nvPr/>
          </p:nvSpPr>
          <p:spPr>
            <a:xfrm flipH="1">
              <a:off x="5361288" y="1659253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Arrow: Right 201">
              <a:extLst>
                <a:ext uri="{FF2B5EF4-FFF2-40B4-BE49-F238E27FC236}">
                  <a16:creationId xmlns:a16="http://schemas.microsoft.com/office/drawing/2014/main" id="{09B86105-DAC9-39CC-AF2B-E652982173BA}"/>
                </a:ext>
              </a:extLst>
            </p:cNvPr>
            <p:cNvSpPr/>
            <p:nvPr/>
          </p:nvSpPr>
          <p:spPr>
            <a:xfrm flipH="1">
              <a:off x="6705617" y="1668141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Arrow: Right 202">
              <a:extLst>
                <a:ext uri="{FF2B5EF4-FFF2-40B4-BE49-F238E27FC236}">
                  <a16:creationId xmlns:a16="http://schemas.microsoft.com/office/drawing/2014/main" id="{6E720C70-3504-E073-A306-F322F3CDC246}"/>
                </a:ext>
              </a:extLst>
            </p:cNvPr>
            <p:cNvSpPr/>
            <p:nvPr/>
          </p:nvSpPr>
          <p:spPr>
            <a:xfrm flipH="1">
              <a:off x="6025551" y="1669409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Arrow: Right 203">
              <a:extLst>
                <a:ext uri="{FF2B5EF4-FFF2-40B4-BE49-F238E27FC236}">
                  <a16:creationId xmlns:a16="http://schemas.microsoft.com/office/drawing/2014/main" id="{DA13A2C9-EDBE-D452-DC0B-3D05470ECC6C}"/>
                </a:ext>
              </a:extLst>
            </p:cNvPr>
            <p:cNvSpPr/>
            <p:nvPr/>
          </p:nvSpPr>
          <p:spPr>
            <a:xfrm flipH="1">
              <a:off x="4685667" y="1670046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Arrow: Right 204">
              <a:extLst>
                <a:ext uri="{FF2B5EF4-FFF2-40B4-BE49-F238E27FC236}">
                  <a16:creationId xmlns:a16="http://schemas.microsoft.com/office/drawing/2014/main" id="{54479372-94D4-ECDF-D72D-7F660278029D}"/>
                </a:ext>
              </a:extLst>
            </p:cNvPr>
            <p:cNvSpPr/>
            <p:nvPr/>
          </p:nvSpPr>
          <p:spPr>
            <a:xfrm flipH="1">
              <a:off x="3333750" y="1668141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Arrow: Right 205">
              <a:extLst>
                <a:ext uri="{FF2B5EF4-FFF2-40B4-BE49-F238E27FC236}">
                  <a16:creationId xmlns:a16="http://schemas.microsoft.com/office/drawing/2014/main" id="{1062EC25-D8F7-BA35-D5C8-06DEE22904B1}"/>
                </a:ext>
              </a:extLst>
            </p:cNvPr>
            <p:cNvSpPr/>
            <p:nvPr/>
          </p:nvSpPr>
          <p:spPr>
            <a:xfrm flipH="1">
              <a:off x="4013816" y="1664329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Arrow: Right 206">
              <a:extLst>
                <a:ext uri="{FF2B5EF4-FFF2-40B4-BE49-F238E27FC236}">
                  <a16:creationId xmlns:a16="http://schemas.microsoft.com/office/drawing/2014/main" id="{986D235E-CAE4-63E7-29F0-3E9C40FC66DD}"/>
                </a:ext>
              </a:extLst>
            </p:cNvPr>
            <p:cNvSpPr/>
            <p:nvPr/>
          </p:nvSpPr>
          <p:spPr>
            <a:xfrm flipH="1">
              <a:off x="1287776" y="1668141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Arrow: Right 207">
              <a:extLst>
                <a:ext uri="{FF2B5EF4-FFF2-40B4-BE49-F238E27FC236}">
                  <a16:creationId xmlns:a16="http://schemas.microsoft.com/office/drawing/2014/main" id="{A1EBD10E-A835-418F-0372-D2031A1660D8}"/>
                </a:ext>
              </a:extLst>
            </p:cNvPr>
            <p:cNvSpPr/>
            <p:nvPr/>
          </p:nvSpPr>
          <p:spPr>
            <a:xfrm flipH="1">
              <a:off x="624836" y="1668141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Arrow: Right 208">
              <a:extLst>
                <a:ext uri="{FF2B5EF4-FFF2-40B4-BE49-F238E27FC236}">
                  <a16:creationId xmlns:a16="http://schemas.microsoft.com/office/drawing/2014/main" id="{E1DC79C6-DAA5-24EB-2DEE-264F16B574BA}"/>
                </a:ext>
              </a:extLst>
            </p:cNvPr>
            <p:cNvSpPr/>
            <p:nvPr/>
          </p:nvSpPr>
          <p:spPr>
            <a:xfrm flipH="1">
              <a:off x="1969757" y="1668141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Arrow: Right 209">
              <a:extLst>
                <a:ext uri="{FF2B5EF4-FFF2-40B4-BE49-F238E27FC236}">
                  <a16:creationId xmlns:a16="http://schemas.microsoft.com/office/drawing/2014/main" id="{E03D245D-706E-B02E-3953-B1EFCAA03B1A}"/>
                </a:ext>
              </a:extLst>
            </p:cNvPr>
            <p:cNvSpPr/>
            <p:nvPr/>
          </p:nvSpPr>
          <p:spPr>
            <a:xfrm flipH="1">
              <a:off x="2647950" y="1659253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Arrow: Right 210">
              <a:extLst>
                <a:ext uri="{FF2B5EF4-FFF2-40B4-BE49-F238E27FC236}">
                  <a16:creationId xmlns:a16="http://schemas.microsoft.com/office/drawing/2014/main" id="{88A6F46B-E5D0-2302-E03B-12AE37F13CEF}"/>
                </a:ext>
              </a:extLst>
            </p:cNvPr>
            <p:cNvSpPr/>
            <p:nvPr/>
          </p:nvSpPr>
          <p:spPr>
            <a:xfrm flipH="1">
              <a:off x="-62225" y="1664329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Arrow: Right 211">
              <a:extLst>
                <a:ext uri="{FF2B5EF4-FFF2-40B4-BE49-F238E27FC236}">
                  <a16:creationId xmlns:a16="http://schemas.microsoft.com/office/drawing/2014/main" id="{40E855C8-74A5-31E4-CA7C-74A19E674F17}"/>
                </a:ext>
              </a:extLst>
            </p:cNvPr>
            <p:cNvSpPr/>
            <p:nvPr/>
          </p:nvSpPr>
          <p:spPr>
            <a:xfrm flipH="1">
              <a:off x="-752455" y="1659253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5" name="Connector: Curved 214">
              <a:extLst>
                <a:ext uri="{FF2B5EF4-FFF2-40B4-BE49-F238E27FC236}">
                  <a16:creationId xmlns:a16="http://schemas.microsoft.com/office/drawing/2014/main" id="{638C21E8-5172-AB0A-4552-2FB99990B860}"/>
                </a:ext>
              </a:extLst>
            </p:cNvPr>
            <p:cNvCxnSpPr>
              <a:stCxn id="160" idx="1"/>
              <a:endCxn id="167" idx="1"/>
            </p:cNvCxnSpPr>
            <p:nvPr/>
          </p:nvCxnSpPr>
          <p:spPr>
            <a:xfrm flipV="1">
              <a:off x="13493091" y="1703067"/>
              <a:ext cx="1892" cy="3217547"/>
            </a:xfrm>
            <a:prstGeom prst="curvedConnector3">
              <a:avLst>
                <a:gd name="adj1" fmla="val 32891121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8" name="Connector: Curved 217">
              <a:extLst>
                <a:ext uri="{FF2B5EF4-FFF2-40B4-BE49-F238E27FC236}">
                  <a16:creationId xmlns:a16="http://schemas.microsoft.com/office/drawing/2014/main" id="{79B8EE74-7CD2-AB39-1587-E638986086E2}"/>
                </a:ext>
              </a:extLst>
            </p:cNvPr>
            <p:cNvCxnSpPr>
              <a:cxnSpLocks/>
              <a:stCxn id="18" idx="2"/>
              <a:endCxn id="65" idx="1"/>
            </p:cNvCxnSpPr>
            <p:nvPr/>
          </p:nvCxnSpPr>
          <p:spPr>
            <a:xfrm rot="16200000" flipH="1">
              <a:off x="1066799" y="4631690"/>
              <a:ext cx="1" cy="267461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9" name="Connector: Curved 228">
              <a:extLst>
                <a:ext uri="{FF2B5EF4-FFF2-40B4-BE49-F238E27FC236}">
                  <a16:creationId xmlns:a16="http://schemas.microsoft.com/office/drawing/2014/main" id="{E4CEE779-ED1F-7060-C120-A26302F5AA23}"/>
                </a:ext>
              </a:extLst>
            </p:cNvPr>
            <p:cNvCxnSpPr>
              <a:stCxn id="117" idx="2"/>
              <a:endCxn id="120" idx="1"/>
            </p:cNvCxnSpPr>
            <p:nvPr/>
          </p:nvCxnSpPr>
          <p:spPr>
            <a:xfrm rot="5400000" flipH="1" flipV="1">
              <a:off x="5424484" y="4955862"/>
              <a:ext cx="1907" cy="2011675"/>
            </a:xfrm>
            <a:prstGeom prst="curvedConnector3">
              <a:avLst>
                <a:gd name="adj1" fmla="val -3213282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1" name="Connector: Curved 230">
              <a:extLst>
                <a:ext uri="{FF2B5EF4-FFF2-40B4-BE49-F238E27FC236}">
                  <a16:creationId xmlns:a16="http://schemas.microsoft.com/office/drawing/2014/main" id="{C72A4439-E814-1488-C8FF-7530D5F20923}"/>
                </a:ext>
              </a:extLst>
            </p:cNvPr>
            <p:cNvCxnSpPr>
              <a:stCxn id="138" idx="2"/>
              <a:endCxn id="136" idx="2"/>
            </p:cNvCxnSpPr>
            <p:nvPr/>
          </p:nvCxnSpPr>
          <p:spPr>
            <a:xfrm rot="5400000" flipH="1" flipV="1">
              <a:off x="9118272" y="5287331"/>
              <a:ext cx="1907" cy="1337308"/>
            </a:xfrm>
            <a:prstGeom prst="curvedConnector3">
              <a:avLst>
                <a:gd name="adj1" fmla="val -2810398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6" name="Connector: Curved 245">
              <a:extLst>
                <a:ext uri="{FF2B5EF4-FFF2-40B4-BE49-F238E27FC236}">
                  <a16:creationId xmlns:a16="http://schemas.microsoft.com/office/drawing/2014/main" id="{D9FD41A3-5686-15B2-EA26-A697B0B6C94A}"/>
                </a:ext>
              </a:extLst>
            </p:cNvPr>
            <p:cNvCxnSpPr>
              <a:cxnSpLocks/>
              <a:stCxn id="137" idx="0"/>
              <a:endCxn id="171" idx="1"/>
            </p:cNvCxnSpPr>
            <p:nvPr/>
          </p:nvCxnSpPr>
          <p:spPr>
            <a:xfrm rot="5400000" flipH="1" flipV="1">
              <a:off x="9309729" y="2604132"/>
              <a:ext cx="971550" cy="1356365"/>
            </a:xfrm>
            <a:prstGeom prst="curvedConnector3">
              <a:avLst>
                <a:gd name="adj1" fmla="val 35359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0" name="Connector: Curved 249">
              <a:extLst>
                <a:ext uri="{FF2B5EF4-FFF2-40B4-BE49-F238E27FC236}">
                  <a16:creationId xmlns:a16="http://schemas.microsoft.com/office/drawing/2014/main" id="{87C54811-2CDD-1646-E5A1-54CD81B83379}"/>
                </a:ext>
              </a:extLst>
            </p:cNvPr>
            <p:cNvCxnSpPr>
              <a:stCxn id="138" idx="0"/>
              <a:endCxn id="173" idx="1"/>
            </p:cNvCxnSpPr>
            <p:nvPr/>
          </p:nvCxnSpPr>
          <p:spPr>
            <a:xfrm rot="5400000" flipH="1" flipV="1">
              <a:off x="8297213" y="2949898"/>
              <a:ext cx="973458" cy="666741"/>
            </a:xfrm>
            <a:prstGeom prst="curvedConnector3">
              <a:avLst>
                <a:gd name="adj1" fmla="val 51044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2" name="Connector: Curved 251">
              <a:extLst>
                <a:ext uri="{FF2B5EF4-FFF2-40B4-BE49-F238E27FC236}">
                  <a16:creationId xmlns:a16="http://schemas.microsoft.com/office/drawing/2014/main" id="{70F33F4C-4566-3768-B52E-450C339BAC9E}"/>
                </a:ext>
              </a:extLst>
            </p:cNvPr>
            <p:cNvCxnSpPr>
              <a:stCxn id="117" idx="0"/>
              <a:endCxn id="178" idx="1"/>
            </p:cNvCxnSpPr>
            <p:nvPr/>
          </p:nvCxnSpPr>
          <p:spPr>
            <a:xfrm rot="5400000" flipH="1" flipV="1">
              <a:off x="4598663" y="2617478"/>
              <a:ext cx="979173" cy="1337297"/>
            </a:xfrm>
            <a:prstGeom prst="curvedConnector3">
              <a:avLst>
                <a:gd name="adj1" fmla="val 4481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Connector: Curved 253">
              <a:extLst>
                <a:ext uri="{FF2B5EF4-FFF2-40B4-BE49-F238E27FC236}">
                  <a16:creationId xmlns:a16="http://schemas.microsoft.com/office/drawing/2014/main" id="{6D69AAE2-AA3F-A3F7-43A5-997BA9220CEB}"/>
                </a:ext>
              </a:extLst>
            </p:cNvPr>
            <p:cNvCxnSpPr>
              <a:stCxn id="118" idx="0"/>
              <a:endCxn id="176" idx="1"/>
            </p:cNvCxnSpPr>
            <p:nvPr/>
          </p:nvCxnSpPr>
          <p:spPr>
            <a:xfrm rot="5400000" flipH="1" flipV="1">
              <a:off x="5607364" y="2275525"/>
              <a:ext cx="977266" cy="2019293"/>
            </a:xfrm>
            <a:prstGeom prst="curvedConnector3">
              <a:avLst>
                <a:gd name="adj1" fmla="val 3232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2" name="Connector: Curved 261">
              <a:extLst>
                <a:ext uri="{FF2B5EF4-FFF2-40B4-BE49-F238E27FC236}">
                  <a16:creationId xmlns:a16="http://schemas.microsoft.com/office/drawing/2014/main" id="{BA11A22B-FC7E-43F3-ABC8-9852755ACE8A}"/>
                </a:ext>
              </a:extLst>
            </p:cNvPr>
            <p:cNvCxnSpPr>
              <a:stCxn id="44" idx="0"/>
              <a:endCxn id="187" idx="1"/>
            </p:cNvCxnSpPr>
            <p:nvPr/>
          </p:nvCxnSpPr>
          <p:spPr>
            <a:xfrm rot="5400000" flipH="1" flipV="1">
              <a:off x="899156" y="2297432"/>
              <a:ext cx="982982" cy="1981194"/>
            </a:xfrm>
            <a:prstGeom prst="curvedConnector3">
              <a:avLst>
                <a:gd name="adj1" fmla="val 5723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4" name="Connector: Curved 263">
              <a:extLst>
                <a:ext uri="{FF2B5EF4-FFF2-40B4-BE49-F238E27FC236}">
                  <a16:creationId xmlns:a16="http://schemas.microsoft.com/office/drawing/2014/main" id="{39C25B7A-DB8C-402C-8F71-5DBD419DF8F5}"/>
                </a:ext>
              </a:extLst>
            </p:cNvPr>
            <p:cNvCxnSpPr>
              <a:stCxn id="60" idx="0"/>
              <a:endCxn id="181" idx="1"/>
            </p:cNvCxnSpPr>
            <p:nvPr/>
          </p:nvCxnSpPr>
          <p:spPr>
            <a:xfrm rot="5400000" flipH="1" flipV="1">
              <a:off x="1916427" y="1950720"/>
              <a:ext cx="982984" cy="2674620"/>
            </a:xfrm>
            <a:prstGeom prst="curvedConnector3">
              <a:avLst>
                <a:gd name="adj1" fmla="val 29328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B3A8AB0A-4C4F-6F9E-1322-0539081A79B9}"/>
                </a:ext>
              </a:extLst>
            </p:cNvPr>
            <p:cNvSpPr/>
            <p:nvPr/>
          </p:nvSpPr>
          <p:spPr>
            <a:xfrm>
              <a:off x="4532206" y="7426344"/>
              <a:ext cx="310828" cy="29432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E936AC63-C50A-936E-1658-EA468CF99D6A}"/>
                </a:ext>
              </a:extLst>
            </p:cNvPr>
            <p:cNvSpPr txBox="1"/>
            <p:nvPr/>
          </p:nvSpPr>
          <p:spPr>
            <a:xfrm>
              <a:off x="2080258" y="6863360"/>
              <a:ext cx="12534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 layer,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87EED8E1-3C00-2207-ADC5-FA3E9C3B28D7}"/>
                </a:ext>
              </a:extLst>
            </p:cNvPr>
            <p:cNvSpPr txBox="1"/>
            <p:nvPr/>
          </p:nvSpPr>
          <p:spPr>
            <a:xfrm>
              <a:off x="152399" y="6846593"/>
              <a:ext cx="14541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Input/Output,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330B7CDB-26C7-245C-D53D-71C669BCA79E}"/>
                </a:ext>
              </a:extLst>
            </p:cNvPr>
            <p:cNvSpPr txBox="1"/>
            <p:nvPr/>
          </p:nvSpPr>
          <p:spPr>
            <a:xfrm>
              <a:off x="3928098" y="6863360"/>
              <a:ext cx="3768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 without spatial subsampling,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AF02EEFF-B0EE-F09C-C698-EE92D3995368}"/>
                </a:ext>
              </a:extLst>
            </p:cNvPr>
            <p:cNvSpPr txBox="1"/>
            <p:nvPr/>
          </p:nvSpPr>
          <p:spPr>
            <a:xfrm>
              <a:off x="-1341120" y="6792457"/>
              <a:ext cx="1070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Legend:</a:t>
              </a: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9517D47D-9DAE-154D-8373-8404FD2A5F04}"/>
                </a:ext>
              </a:extLst>
            </p:cNvPr>
            <p:cNvSpPr txBox="1"/>
            <p:nvPr/>
          </p:nvSpPr>
          <p:spPr>
            <a:xfrm>
              <a:off x="4941816" y="7381455"/>
              <a:ext cx="2585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 normalization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974CD169-1BE6-130C-8EF3-D5AD12DB7F30}"/>
                </a:ext>
              </a:extLst>
            </p:cNvPr>
            <p:cNvSpPr txBox="1"/>
            <p:nvPr/>
          </p:nvSpPr>
          <p:spPr>
            <a:xfrm>
              <a:off x="2078350" y="7376864"/>
              <a:ext cx="2684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augmentation,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A16CA07A-4BDF-4BE6-A766-D109CF5ABD62}"/>
                </a:ext>
              </a:extLst>
            </p:cNvPr>
            <p:cNvSpPr txBox="1"/>
            <p:nvPr/>
          </p:nvSpPr>
          <p:spPr>
            <a:xfrm>
              <a:off x="205740" y="7353098"/>
              <a:ext cx="1257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Conv3DT,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8DD1FA7D-6137-2A21-D628-AB623B3356AA}"/>
                </a:ext>
              </a:extLst>
            </p:cNvPr>
            <p:cNvSpPr txBox="1"/>
            <p:nvPr/>
          </p:nvSpPr>
          <p:spPr>
            <a:xfrm>
              <a:off x="8282944" y="6876326"/>
              <a:ext cx="42519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 with spatial subsampling,</a:t>
              </a:r>
            </a:p>
          </p:txBody>
        </p:sp>
        <p:sp>
          <p:nvSpPr>
            <p:cNvPr id="122" name="Oval 67">
              <a:extLst>
                <a:ext uri="{FF2B5EF4-FFF2-40B4-BE49-F238E27FC236}">
                  <a16:creationId xmlns:a16="http://schemas.microsoft.com/office/drawing/2014/main" id="{E9BD3363-2305-D859-0F49-3F314F173CFA}"/>
                </a:ext>
              </a:extLst>
            </p:cNvPr>
            <p:cNvSpPr/>
            <p:nvPr/>
          </p:nvSpPr>
          <p:spPr>
            <a:xfrm>
              <a:off x="1746565" y="7423685"/>
              <a:ext cx="310828" cy="2944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4174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00F5BD7-FB81-84A0-0A0B-59675F4EA938}"/>
              </a:ext>
            </a:extLst>
          </p:cNvPr>
          <p:cNvGrpSpPr/>
          <p:nvPr/>
        </p:nvGrpSpPr>
        <p:grpSpPr>
          <a:xfrm>
            <a:off x="2604264" y="2092218"/>
            <a:ext cx="6194047" cy="2942603"/>
            <a:chOff x="2604264" y="2092218"/>
            <a:chExt cx="6194047" cy="2942603"/>
          </a:xfrm>
        </p:grpSpPr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DD3F477C-3DB3-0668-0B5C-D2B6FFAFFCDF}"/>
                </a:ext>
              </a:extLst>
            </p:cNvPr>
            <p:cNvSpPr/>
            <p:nvPr/>
          </p:nvSpPr>
          <p:spPr>
            <a:xfrm>
              <a:off x="3225981" y="2413001"/>
              <a:ext cx="4950613" cy="2273300"/>
            </a:xfrm>
            <a:prstGeom prst="roundRect">
              <a:avLst>
                <a:gd name="adj" fmla="val 2876"/>
              </a:avLst>
            </a:prstGeom>
            <a:solidFill>
              <a:schemeClr val="accent1">
                <a:lumMod val="40000"/>
                <a:lumOff val="60000"/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n w="3175">
                  <a:solidFill>
                    <a:schemeClr val="tx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1DF7E15C-861F-1968-B2E2-2C266AF29835}"/>
                </a:ext>
              </a:extLst>
            </p:cNvPr>
            <p:cNvSpPr/>
            <p:nvPr/>
          </p:nvSpPr>
          <p:spPr>
            <a:xfrm>
              <a:off x="5447513" y="3039611"/>
              <a:ext cx="600910" cy="572946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aseline="30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𝐶</a:t>
              </a:r>
              <a:r>
                <a:rPr lang="en-US" altLang="ko-KR" sz="1400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789DCA72-86C3-922E-991F-0DA2CDC2061E}"/>
                </a:ext>
              </a:extLst>
            </p:cNvPr>
            <p:cNvSpPr/>
            <p:nvPr/>
          </p:nvSpPr>
          <p:spPr>
            <a:xfrm>
              <a:off x="4365114" y="2541950"/>
              <a:ext cx="466717" cy="435964"/>
            </a:xfrm>
            <a:prstGeom prst="flowChartConnector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𝑖</a:t>
              </a:r>
              <a:r>
                <a:rPr lang="ko-KR" altLang="en-US" sz="1050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𝑡</a:t>
              </a:r>
              <a:endParaRPr lang="ko-KR" altLang="en-US" sz="105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EC363745-7D10-E329-137B-FA87291931D2}"/>
                </a:ext>
              </a:extLst>
            </p:cNvPr>
            <p:cNvSpPr/>
            <p:nvPr/>
          </p:nvSpPr>
          <p:spPr>
            <a:xfrm>
              <a:off x="7454179" y="2535248"/>
              <a:ext cx="466726" cy="457900"/>
            </a:xfrm>
            <a:prstGeom prst="flowChartConnector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𝑂</a:t>
              </a:r>
              <a:r>
                <a:rPr lang="ko-KR" altLang="en-US" sz="1000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𝑡</a:t>
              </a:r>
              <a:endParaRPr lang="ko-KR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54F8C1FC-22C3-FC00-F776-DDD36A2FB6B5}"/>
                </a:ext>
              </a:extLst>
            </p:cNvPr>
            <p:cNvSpPr/>
            <p:nvPr/>
          </p:nvSpPr>
          <p:spPr>
            <a:xfrm>
              <a:off x="6723803" y="3162945"/>
              <a:ext cx="314325" cy="326276"/>
            </a:xfrm>
            <a:prstGeom prst="flowChartConnec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∼</a:t>
              </a:r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B29EC8DF-DE87-7FB2-14D6-002123308025}"/>
                </a:ext>
              </a:extLst>
            </p:cNvPr>
            <p:cNvSpPr/>
            <p:nvPr/>
          </p:nvSpPr>
          <p:spPr>
            <a:xfrm>
              <a:off x="7595531" y="3229221"/>
              <a:ext cx="190501" cy="193727"/>
            </a:xfrm>
            <a:prstGeom prst="flowChartConnec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ko-KR" alt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C19C1A5-1B6F-2718-4FA3-691D41DCF5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8698" y="3333218"/>
              <a:ext cx="714826" cy="49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FC0EFF7-7DEC-D5E6-83F1-71F021DB7A57}"/>
                </a:ext>
              </a:extLst>
            </p:cNvPr>
            <p:cNvCxnSpPr>
              <a:cxnSpLocks/>
              <a:stCxn id="3" idx="3"/>
              <a:endCxn id="5" idx="2"/>
            </p:cNvCxnSpPr>
            <p:nvPr/>
          </p:nvCxnSpPr>
          <p:spPr>
            <a:xfrm flipV="1">
              <a:off x="4758315" y="3326084"/>
              <a:ext cx="68919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E438987-91A4-42E3-C87E-63EBEE5EED50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7038128" y="3304879"/>
              <a:ext cx="5585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DF56D95-DA62-7E83-A21D-BDA9ADE0764F}"/>
                </a:ext>
              </a:extLst>
            </p:cNvPr>
            <p:cNvCxnSpPr>
              <a:cxnSpLocks/>
              <a:stCxn id="5" idx="6"/>
              <a:endCxn id="10" idx="2"/>
            </p:cNvCxnSpPr>
            <p:nvPr/>
          </p:nvCxnSpPr>
          <p:spPr>
            <a:xfrm flipV="1">
              <a:off x="6048423" y="3326083"/>
              <a:ext cx="67538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A5233F7-7D04-3238-7526-C362C23E3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6032" y="3300036"/>
              <a:ext cx="617134" cy="23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3833BBA-D490-40FE-5763-DFD61C6B0CB5}"/>
                </a:ext>
              </a:extLst>
            </p:cNvPr>
            <p:cNvCxnSpPr>
              <a:cxnSpLocks/>
              <a:stCxn id="5" idx="7"/>
              <a:endCxn id="7" idx="2"/>
            </p:cNvCxnSpPr>
            <p:nvPr/>
          </p:nvCxnSpPr>
          <p:spPr>
            <a:xfrm flipV="1">
              <a:off x="6004916" y="2717635"/>
              <a:ext cx="1449263" cy="4076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299D891-3366-3E28-2B97-E02E540128F0}"/>
                </a:ext>
              </a:extLst>
            </p:cNvPr>
            <p:cNvCxnSpPr>
              <a:cxnSpLocks/>
              <a:stCxn id="5" idx="1"/>
              <a:endCxn id="6" idx="6"/>
            </p:cNvCxnSpPr>
            <p:nvPr/>
          </p:nvCxnSpPr>
          <p:spPr>
            <a:xfrm flipH="1" flipV="1">
              <a:off x="4848386" y="2710309"/>
              <a:ext cx="642634" cy="4149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4C55854D-774F-AE37-5731-914BB13FAD05}"/>
                </a:ext>
              </a:extLst>
            </p:cNvPr>
            <p:cNvCxnSpPr>
              <a:cxnSpLocks/>
              <a:stCxn id="6" idx="4"/>
              <a:endCxn id="3" idx="0"/>
            </p:cNvCxnSpPr>
            <p:nvPr/>
          </p:nvCxnSpPr>
          <p:spPr>
            <a:xfrm flipH="1">
              <a:off x="4585397" y="2977914"/>
              <a:ext cx="13076" cy="19428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87C2901-A95D-326D-3B6B-71D7B3A82BF5}"/>
                </a:ext>
              </a:extLst>
            </p:cNvPr>
            <p:cNvCxnSpPr>
              <a:cxnSpLocks/>
              <a:endCxn id="6" idx="7"/>
            </p:cNvCxnSpPr>
            <p:nvPr/>
          </p:nvCxnSpPr>
          <p:spPr>
            <a:xfrm flipH="1">
              <a:off x="4780037" y="2328763"/>
              <a:ext cx="112079" cy="2564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78A0D8A-3B88-82FE-9975-124983385613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4270399" y="2328763"/>
              <a:ext cx="179619" cy="2564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E6683358-DA3E-1CF4-FA33-799420344006}"/>
                </a:ext>
              </a:extLst>
            </p:cNvPr>
            <p:cNvCxnSpPr>
              <a:cxnSpLocks/>
              <a:endCxn id="7" idx="7"/>
            </p:cNvCxnSpPr>
            <p:nvPr/>
          </p:nvCxnSpPr>
          <p:spPr>
            <a:xfrm flipH="1">
              <a:off x="7852555" y="2311445"/>
              <a:ext cx="182650" cy="2748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8A108BE4-CAF3-C4BC-B94A-C14DACD5FCC2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7301780" y="2311445"/>
              <a:ext cx="220749" cy="2748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9A37F08-C45F-AC7B-5DD6-24488CE3C325}"/>
                </a:ext>
              </a:extLst>
            </p:cNvPr>
            <p:cNvCxnSpPr>
              <a:cxnSpLocks/>
              <a:stCxn id="94" idx="2"/>
              <a:endCxn id="7" idx="0"/>
            </p:cNvCxnSpPr>
            <p:nvPr/>
          </p:nvCxnSpPr>
          <p:spPr>
            <a:xfrm>
              <a:off x="7685768" y="2343000"/>
              <a:ext cx="1774" cy="1922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9BE2BDF-9301-F6D6-19E7-361F2EF8276D}"/>
                </a:ext>
              </a:extLst>
            </p:cNvPr>
            <p:cNvGrpSpPr/>
            <p:nvPr/>
          </p:nvGrpSpPr>
          <p:grpSpPr>
            <a:xfrm>
              <a:off x="2802531" y="3119078"/>
              <a:ext cx="961883" cy="414012"/>
              <a:chOff x="1331309" y="2445176"/>
              <a:chExt cx="961883" cy="500955"/>
            </a:xfrm>
          </p:grpSpPr>
          <p:sp>
            <p:nvSpPr>
              <p:cNvPr id="9" name="Flowchart: Connector 8">
                <a:extLst>
                  <a:ext uri="{FF2B5EF4-FFF2-40B4-BE49-F238E27FC236}">
                    <a16:creationId xmlns:a16="http://schemas.microsoft.com/office/drawing/2014/main" id="{00E62BDC-0C64-B414-1D93-3AC23420AB04}"/>
                  </a:ext>
                </a:extLst>
              </p:cNvPr>
              <p:cNvSpPr/>
              <p:nvPr/>
            </p:nvSpPr>
            <p:spPr>
              <a:xfrm>
                <a:off x="1895473" y="2471555"/>
                <a:ext cx="397719" cy="461228"/>
              </a:xfrm>
              <a:prstGeom prst="flowChartConnecto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∼</a:t>
                </a:r>
              </a:p>
            </p:txBody>
          </p: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0B1E5B34-90EB-6D0B-D519-98D1BB80C5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1309" y="2677730"/>
                <a:ext cx="573767" cy="161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5008F0C3-4BFB-A365-219B-B65319AD3A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14046" y="2728933"/>
                <a:ext cx="294150" cy="2171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FBC2FD1B-FB45-0F99-63B5-116AA24CFA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1148" y="2445176"/>
                <a:ext cx="322146" cy="2100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A6E5C84-B72D-E205-067F-19C93E4CA2E1}"/>
                </a:ext>
              </a:extLst>
            </p:cNvPr>
            <p:cNvSpPr/>
            <p:nvPr/>
          </p:nvSpPr>
          <p:spPr>
            <a:xfrm>
              <a:off x="3417369" y="2458350"/>
              <a:ext cx="981075" cy="16783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 Gate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6691653-7CC3-7B15-7B67-7C8269A17DFF}"/>
                </a:ext>
              </a:extLst>
            </p:cNvPr>
            <p:cNvSpPr/>
            <p:nvPr/>
          </p:nvSpPr>
          <p:spPr>
            <a:xfrm>
              <a:off x="6329471" y="2437764"/>
              <a:ext cx="1102305" cy="16783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  <a:r>
                <a:rPr lang="en-US" altLang="ko-KR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Gate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1D3ECCC-945A-C5B4-B437-6FD3DB002E89}"/>
                </a:ext>
              </a:extLst>
            </p:cNvPr>
            <p:cNvSpPr/>
            <p:nvPr/>
          </p:nvSpPr>
          <p:spPr>
            <a:xfrm>
              <a:off x="5435388" y="2819970"/>
              <a:ext cx="545517" cy="22041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Cell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5D8A2755-136E-F7B9-2893-7F71C80F344A}"/>
                </a:ext>
              </a:extLst>
            </p:cNvPr>
            <p:cNvSpPr/>
            <p:nvPr/>
          </p:nvSpPr>
          <p:spPr>
            <a:xfrm>
              <a:off x="4287613" y="2095964"/>
              <a:ext cx="621717" cy="25078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𝒳</a:t>
              </a:r>
              <a:r>
                <a:rPr lang="en-US" altLang="ko-KR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ko-KR" alt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837C4E7-322E-4EB6-4E9A-2C82A6D4C58E}"/>
                </a:ext>
              </a:extLst>
            </p:cNvPr>
            <p:cNvSpPr/>
            <p:nvPr/>
          </p:nvSpPr>
          <p:spPr>
            <a:xfrm>
              <a:off x="7374909" y="2092218"/>
              <a:ext cx="621717" cy="25078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𝒳</a:t>
              </a:r>
              <a:r>
                <a:rPr lang="en-US" altLang="ko-KR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ko-KR" alt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3AE7F34-AB45-5E80-6A9D-3E08C1BDB9BF}"/>
                </a:ext>
              </a:extLst>
            </p:cNvPr>
            <p:cNvSpPr/>
            <p:nvPr/>
          </p:nvSpPr>
          <p:spPr>
            <a:xfrm>
              <a:off x="2604264" y="3049255"/>
              <a:ext cx="621717" cy="25078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𝒳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ko-KR" altLang="en-US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2D951881-39B7-A4FA-20C6-6FF33766B3AC}"/>
                </a:ext>
              </a:extLst>
            </p:cNvPr>
            <p:cNvSpPr/>
            <p:nvPr/>
          </p:nvSpPr>
          <p:spPr>
            <a:xfrm>
              <a:off x="8176594" y="3200693"/>
              <a:ext cx="621717" cy="25078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𝐻</a:t>
              </a:r>
              <a:r>
                <a:rPr lang="ko-KR" altLang="en-US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𝑡</a:t>
              </a:r>
              <a:endParaRPr lang="ko-KR" alt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83C809C-61E3-09CC-81B7-ED8F68DEABE7}"/>
                </a:ext>
              </a:extLst>
            </p:cNvPr>
            <p:cNvSpPr txBox="1"/>
            <p:nvPr/>
          </p:nvSpPr>
          <p:spPr>
            <a:xfrm>
              <a:off x="4412478" y="3172196"/>
              <a:ext cx="34583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⊗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C1F08C49-CC38-4611-0E60-5A4FD9F9A29D}"/>
                </a:ext>
              </a:extLst>
            </p:cNvPr>
            <p:cNvCxnSpPr>
              <a:cxnSpLocks/>
              <a:stCxn id="93" idx="2"/>
            </p:cNvCxnSpPr>
            <p:nvPr/>
          </p:nvCxnSpPr>
          <p:spPr>
            <a:xfrm>
              <a:off x="4598472" y="2346746"/>
              <a:ext cx="3161" cy="1955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967F419E-16D0-88AD-C2A3-15C75BBA8E31}"/>
                </a:ext>
              </a:extLst>
            </p:cNvPr>
            <p:cNvCxnSpPr>
              <a:cxnSpLocks/>
              <a:stCxn id="7" idx="4"/>
              <a:endCxn id="12" idx="0"/>
            </p:cNvCxnSpPr>
            <p:nvPr/>
          </p:nvCxnSpPr>
          <p:spPr>
            <a:xfrm>
              <a:off x="7687542" y="2903412"/>
              <a:ext cx="3240" cy="3162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원호 18"/>
            <p:cNvSpPr/>
            <p:nvPr/>
          </p:nvSpPr>
          <p:spPr>
            <a:xfrm>
              <a:off x="5554329" y="3604451"/>
              <a:ext cx="445772" cy="368926"/>
            </a:xfrm>
            <a:prstGeom prst="arc">
              <a:avLst>
                <a:gd name="adj1" fmla="val 15057215"/>
                <a:gd name="adj2" fmla="val 5281778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원호 55"/>
            <p:cNvSpPr/>
            <p:nvPr/>
          </p:nvSpPr>
          <p:spPr>
            <a:xfrm flipH="1">
              <a:off x="5414449" y="3612593"/>
              <a:ext cx="446400" cy="368926"/>
            </a:xfrm>
            <a:prstGeom prst="arc">
              <a:avLst>
                <a:gd name="adj1" fmla="val 15645405"/>
                <a:gd name="adj2" fmla="val 4776547"/>
              </a:avLst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Flowchart: Connector 7">
              <a:extLst>
                <a:ext uri="{FF2B5EF4-FFF2-40B4-BE49-F238E27FC236}">
                  <a16:creationId xmlns:a16="http://schemas.microsoft.com/office/drawing/2014/main" id="{38DAC4CE-FB5B-CF74-FDE6-CEC2B20C050E}"/>
                </a:ext>
              </a:extLst>
            </p:cNvPr>
            <p:cNvSpPr/>
            <p:nvPr/>
          </p:nvSpPr>
          <p:spPr>
            <a:xfrm>
              <a:off x="5475808" y="4195833"/>
              <a:ext cx="428896" cy="399514"/>
            </a:xfrm>
            <a:prstGeom prst="flowChartConnector">
              <a:avLst/>
            </a:prstGeom>
            <a:solidFill>
              <a:srgbClr val="4EAAA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𝑓</a:t>
              </a:r>
              <a:r>
                <a:rPr lang="ko-KR" altLang="en-US" sz="1000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𝑡</a:t>
              </a:r>
              <a:endParaRPr lang="ko-KR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Flowchart: Connector 12">
              <a:extLst>
                <a:ext uri="{FF2B5EF4-FFF2-40B4-BE49-F238E27FC236}">
                  <a16:creationId xmlns:a16="http://schemas.microsoft.com/office/drawing/2014/main" id="{1E2CA100-077A-43F4-6261-D79D3E5B7E80}"/>
                </a:ext>
              </a:extLst>
            </p:cNvPr>
            <p:cNvSpPr/>
            <p:nvPr/>
          </p:nvSpPr>
          <p:spPr>
            <a:xfrm>
              <a:off x="5593272" y="3896522"/>
              <a:ext cx="190501" cy="149566"/>
            </a:xfrm>
            <a:prstGeom prst="flowChartConnec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ko-KR" alt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" name="Straight Arrow Connector 32">
              <a:extLst>
                <a:ext uri="{FF2B5EF4-FFF2-40B4-BE49-F238E27FC236}">
                  <a16:creationId xmlns:a16="http://schemas.microsoft.com/office/drawing/2014/main" id="{399868C0-6AE7-607F-0AA2-DB49BF7E47DF}"/>
                </a:ext>
              </a:extLst>
            </p:cNvPr>
            <p:cNvCxnSpPr>
              <a:cxnSpLocks/>
              <a:stCxn id="58" idx="0"/>
              <a:endCxn id="60" idx="4"/>
            </p:cNvCxnSpPr>
            <p:nvPr/>
          </p:nvCxnSpPr>
          <p:spPr>
            <a:xfrm flipH="1" flipV="1">
              <a:off x="5688523" y="4046088"/>
              <a:ext cx="1733" cy="1497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58">
              <a:extLst>
                <a:ext uri="{FF2B5EF4-FFF2-40B4-BE49-F238E27FC236}">
                  <a16:creationId xmlns:a16="http://schemas.microsoft.com/office/drawing/2014/main" id="{3EAF480C-4558-E1A7-C3F3-D920E3E960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40369" y="4574198"/>
              <a:ext cx="229558" cy="2279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0">
              <a:extLst>
                <a:ext uri="{FF2B5EF4-FFF2-40B4-BE49-F238E27FC236}">
                  <a16:creationId xmlns:a16="http://schemas.microsoft.com/office/drawing/2014/main" id="{EBCF7970-D00A-B006-7423-784D963306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7982" y="4580666"/>
              <a:ext cx="209500" cy="2095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4">
              <a:extLst>
                <a:ext uri="{FF2B5EF4-FFF2-40B4-BE49-F238E27FC236}">
                  <a16:creationId xmlns:a16="http://schemas.microsoft.com/office/drawing/2014/main" id="{FFCC2260-2B2D-EEF1-AE74-379E033D41D3}"/>
                </a:ext>
              </a:extLst>
            </p:cNvPr>
            <p:cNvCxnSpPr>
              <a:cxnSpLocks/>
              <a:stCxn id="68" idx="0"/>
              <a:endCxn id="58" idx="4"/>
            </p:cNvCxnSpPr>
            <p:nvPr/>
          </p:nvCxnSpPr>
          <p:spPr>
            <a:xfrm flipH="1" flipV="1">
              <a:off x="5690256" y="4595347"/>
              <a:ext cx="8426" cy="1886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Rectangle 80">
              <a:extLst>
                <a:ext uri="{FF2B5EF4-FFF2-40B4-BE49-F238E27FC236}">
                  <a16:creationId xmlns:a16="http://schemas.microsoft.com/office/drawing/2014/main" id="{89ED7628-B614-5AA5-32E8-0820E0F79372}"/>
                </a:ext>
              </a:extLst>
            </p:cNvPr>
            <p:cNvSpPr/>
            <p:nvPr/>
          </p:nvSpPr>
          <p:spPr>
            <a:xfrm>
              <a:off x="5907006" y="4319950"/>
              <a:ext cx="928885" cy="17162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Forget</a:t>
              </a:r>
              <a:r>
                <a:rPr lang="en-US" altLang="ko-KR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Gate</a:t>
              </a:r>
              <a:endParaRPr lang="ko-KR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94">
              <a:extLst>
                <a:ext uri="{FF2B5EF4-FFF2-40B4-BE49-F238E27FC236}">
                  <a16:creationId xmlns:a16="http://schemas.microsoft.com/office/drawing/2014/main" id="{30AC15DF-7590-6453-8203-B35D23DA2348}"/>
                </a:ext>
              </a:extLst>
            </p:cNvPr>
            <p:cNvSpPr/>
            <p:nvPr/>
          </p:nvSpPr>
          <p:spPr>
            <a:xfrm>
              <a:off x="5486361" y="4784039"/>
              <a:ext cx="424641" cy="25078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𝒳</a:t>
              </a:r>
              <a:r>
                <a:rPr lang="en-US" altLang="ko-KR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ko-KR" alt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원호 69"/>
            <p:cNvSpPr/>
            <p:nvPr/>
          </p:nvSpPr>
          <p:spPr>
            <a:xfrm flipH="1">
              <a:off x="5071533" y="3471876"/>
              <a:ext cx="845871" cy="941370"/>
            </a:xfrm>
            <a:prstGeom prst="arc">
              <a:avLst>
                <a:gd name="adj1" fmla="val 16152799"/>
                <a:gd name="adj2" fmla="val 5386424"/>
              </a:avLst>
            </a:prstGeom>
            <a:ln>
              <a:headEnd type="non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3140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FCAD28B-858C-D755-47DF-07A12BA712BB}"/>
              </a:ext>
            </a:extLst>
          </p:cNvPr>
          <p:cNvGrpSpPr/>
          <p:nvPr/>
        </p:nvGrpSpPr>
        <p:grpSpPr>
          <a:xfrm>
            <a:off x="632571" y="2120784"/>
            <a:ext cx="11368945" cy="2873900"/>
            <a:chOff x="632571" y="2120784"/>
            <a:chExt cx="11368945" cy="28739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CFD5B4-7005-AD66-520E-AE4160AEDAEA}"/>
                </a:ext>
              </a:extLst>
            </p:cNvPr>
            <p:cNvSpPr/>
            <p:nvPr/>
          </p:nvSpPr>
          <p:spPr>
            <a:xfrm>
              <a:off x="632571" y="2120784"/>
              <a:ext cx="11270336" cy="2873900"/>
            </a:xfrm>
            <a:prstGeom prst="roundRect">
              <a:avLst>
                <a:gd name="adj" fmla="val 475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382130F-CC01-9EF2-174C-DC052B88E338}"/>
                </a:ext>
              </a:extLst>
            </p:cNvPr>
            <p:cNvGrpSpPr/>
            <p:nvPr/>
          </p:nvGrpSpPr>
          <p:grpSpPr>
            <a:xfrm>
              <a:off x="764555" y="2662929"/>
              <a:ext cx="4386324" cy="1659138"/>
              <a:chOff x="-10664" y="1051616"/>
              <a:chExt cx="4386324" cy="1659138"/>
            </a:xfrm>
          </p:grpSpPr>
          <p:sp>
            <p:nvSpPr>
              <p:cNvPr id="4" name="Flowchart: Alternate Process 3">
                <a:extLst>
                  <a:ext uri="{FF2B5EF4-FFF2-40B4-BE49-F238E27FC236}">
                    <a16:creationId xmlns:a16="http://schemas.microsoft.com/office/drawing/2014/main" id="{6BCF9763-F6A4-AAC6-AAEC-0CD61C8CBFF9}"/>
                  </a:ext>
                </a:extLst>
              </p:cNvPr>
              <p:cNvSpPr/>
              <p:nvPr/>
            </p:nvSpPr>
            <p:spPr>
              <a:xfrm rot="16200000">
                <a:off x="27769" y="1569951"/>
                <a:ext cx="1659137" cy="622470"/>
              </a:xfrm>
              <a:prstGeom prst="flowChartAlternate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 Layer (</a:t>
                </a: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Flowchart: Alternate Process 4">
                <a:extLst>
                  <a:ext uri="{FF2B5EF4-FFF2-40B4-BE49-F238E27FC236}">
                    <a16:creationId xmlns:a16="http://schemas.microsoft.com/office/drawing/2014/main" id="{980868DF-970C-AAC9-C668-6437A75E6DEB}"/>
                  </a:ext>
                </a:extLst>
              </p:cNvPr>
              <p:cNvSpPr/>
              <p:nvPr/>
            </p:nvSpPr>
            <p:spPr>
              <a:xfrm rot="16200000">
                <a:off x="1315359" y="1569949"/>
                <a:ext cx="1659137" cy="622471"/>
              </a:xfrm>
              <a:prstGeom prst="flowChartAlternateProcess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 Layer (i+1)</a:t>
                </a:r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1AD8806E-2E72-4947-43F2-C8D656CC9E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74" y="1881186"/>
                <a:ext cx="48991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DEE7CB20-CA58-2B85-9853-E86F2BC3F6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01960" y="1881185"/>
                <a:ext cx="596807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2875AE31-6AFC-DB38-2F75-9AFD5EDFD3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577" y="1881184"/>
                <a:ext cx="406068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DDB9F92D-D0B3-5277-E900-54EE3C3472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71633" y="1879600"/>
                <a:ext cx="904951" cy="15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AC188D7-9A6D-9E0B-5524-A50D0AE098C6}"/>
                  </a:ext>
                </a:extLst>
              </p:cNvPr>
              <p:cNvSpPr/>
              <p:nvPr/>
            </p:nvSpPr>
            <p:spPr>
              <a:xfrm>
                <a:off x="2738552" y="2142128"/>
                <a:ext cx="1637108" cy="2912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H(X)=F(X)+X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A575CF69-8803-F35B-3DDB-1FD37AD876DC}"/>
                  </a:ext>
                </a:extLst>
              </p:cNvPr>
              <p:cNvSpPr/>
              <p:nvPr/>
            </p:nvSpPr>
            <p:spPr>
              <a:xfrm>
                <a:off x="3340937" y="1610852"/>
                <a:ext cx="691786" cy="2452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C922352-F0B7-AFDC-F994-5EF0B9D2C11F}"/>
                  </a:ext>
                </a:extLst>
              </p:cNvPr>
              <p:cNvSpPr/>
              <p:nvPr/>
            </p:nvSpPr>
            <p:spPr>
              <a:xfrm>
                <a:off x="1236242" y="2027273"/>
                <a:ext cx="482796" cy="2452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F(X)</a:t>
                </a:r>
                <a:endParaRPr lang="ko-KR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B6BF2A94-0A94-E83E-DAD7-71A308A42A59}"/>
                  </a:ext>
                </a:extLst>
              </p:cNvPr>
              <p:cNvSpPr/>
              <p:nvPr/>
            </p:nvSpPr>
            <p:spPr>
              <a:xfrm>
                <a:off x="1145552" y="1540648"/>
                <a:ext cx="691786" cy="2452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2EE3877-3742-AE7D-3FA4-750F5A655933}"/>
                  </a:ext>
                </a:extLst>
              </p:cNvPr>
              <p:cNvSpPr/>
              <p:nvPr/>
            </p:nvSpPr>
            <p:spPr>
              <a:xfrm>
                <a:off x="-10664" y="1553754"/>
                <a:ext cx="482796" cy="2452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ko-KR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5" name="Connector: Curved 84">
                <a:extLst>
                  <a:ext uri="{FF2B5EF4-FFF2-40B4-BE49-F238E27FC236}">
                    <a16:creationId xmlns:a16="http://schemas.microsoft.com/office/drawing/2014/main" id="{7E8DD19F-2B8D-6C08-6049-C444714471C6}"/>
                  </a:ext>
                </a:extLst>
              </p:cNvPr>
              <p:cNvCxnSpPr>
                <a:cxnSpLocks/>
                <a:stCxn id="81" idx="0"/>
                <a:endCxn id="92" idx="0"/>
              </p:cNvCxnSpPr>
              <p:nvPr/>
            </p:nvCxnSpPr>
            <p:spPr>
              <a:xfrm rot="16200000" flipH="1">
                <a:off x="1609653" y="174834"/>
                <a:ext cx="157505" cy="2915344"/>
              </a:xfrm>
              <a:prstGeom prst="curvedConnector3">
                <a:avLst>
                  <a:gd name="adj1" fmla="val -572651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2" name="Flowchart: Or 91">
                <a:extLst>
                  <a:ext uri="{FF2B5EF4-FFF2-40B4-BE49-F238E27FC236}">
                    <a16:creationId xmlns:a16="http://schemas.microsoft.com/office/drawing/2014/main" id="{F9840DE3-7A71-A977-F481-5E673FFB4FA4}"/>
                  </a:ext>
                </a:extLst>
              </p:cNvPr>
              <p:cNvSpPr/>
              <p:nvPr/>
            </p:nvSpPr>
            <p:spPr>
              <a:xfrm>
                <a:off x="2965594" y="1711259"/>
                <a:ext cx="360968" cy="335064"/>
              </a:xfrm>
              <a:prstGeom prst="flowChartOr">
                <a:avLst/>
              </a:prstGeom>
              <a:solidFill>
                <a:srgbClr val="00B0F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ED17F63-968E-CC6C-CAF7-520AE0292161}"/>
                </a:ext>
              </a:extLst>
            </p:cNvPr>
            <p:cNvGrpSpPr/>
            <p:nvPr/>
          </p:nvGrpSpPr>
          <p:grpSpPr>
            <a:xfrm>
              <a:off x="9151882" y="2975593"/>
              <a:ext cx="1610057" cy="1030599"/>
              <a:chOff x="9241798" y="2526775"/>
              <a:chExt cx="1610057" cy="1030599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2E5C636-BCE3-6295-0A93-8F16EEAC918E}"/>
                  </a:ext>
                </a:extLst>
              </p:cNvPr>
              <p:cNvSpPr/>
              <p:nvPr/>
            </p:nvSpPr>
            <p:spPr>
              <a:xfrm>
                <a:off x="9241798" y="2526775"/>
                <a:ext cx="1171575" cy="714375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875159C-7CD6-D0A8-F101-371AC40A4599}"/>
                  </a:ext>
                </a:extLst>
              </p:cNvPr>
              <p:cNvSpPr/>
              <p:nvPr/>
            </p:nvSpPr>
            <p:spPr>
              <a:xfrm>
                <a:off x="9283710" y="2555351"/>
                <a:ext cx="1171575" cy="714375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8EF46F9-A810-C8F5-C7AD-D9C1AA12135A}"/>
                  </a:ext>
                </a:extLst>
              </p:cNvPr>
              <p:cNvSpPr/>
              <p:nvPr/>
            </p:nvSpPr>
            <p:spPr>
              <a:xfrm>
                <a:off x="9326473" y="2583925"/>
                <a:ext cx="1172625" cy="704845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CFE5910-DA03-5112-F08C-542D67C8028C}"/>
                  </a:ext>
                </a:extLst>
              </p:cNvPr>
              <p:cNvSpPr/>
              <p:nvPr/>
            </p:nvSpPr>
            <p:spPr>
              <a:xfrm>
                <a:off x="9374193" y="2610595"/>
                <a:ext cx="1163482" cy="704845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28F194C-F888-F351-3A9B-4A32877588E3}"/>
                  </a:ext>
                </a:extLst>
              </p:cNvPr>
              <p:cNvSpPr/>
              <p:nvPr/>
            </p:nvSpPr>
            <p:spPr>
              <a:xfrm>
                <a:off x="9420225" y="2637267"/>
                <a:ext cx="1158240" cy="704844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F10DAAB-277E-017C-5B2C-FC0B0C5E3920}"/>
                  </a:ext>
                </a:extLst>
              </p:cNvPr>
              <p:cNvSpPr/>
              <p:nvPr/>
            </p:nvSpPr>
            <p:spPr>
              <a:xfrm>
                <a:off x="9463494" y="2663938"/>
                <a:ext cx="1158240" cy="697224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F5C0EC2-CD35-1F4A-FF39-0B481CB08644}"/>
                  </a:ext>
                </a:extLst>
              </p:cNvPr>
              <p:cNvSpPr/>
              <p:nvPr/>
            </p:nvSpPr>
            <p:spPr>
              <a:xfrm>
                <a:off x="9504688" y="2690602"/>
                <a:ext cx="1158240" cy="7143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E4957CD-A5BF-66EC-E66D-FAAAC1BC9C75}"/>
                  </a:ext>
                </a:extLst>
              </p:cNvPr>
              <p:cNvSpPr/>
              <p:nvPr/>
            </p:nvSpPr>
            <p:spPr>
              <a:xfrm>
                <a:off x="9542790" y="2719178"/>
                <a:ext cx="1158240" cy="7143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32F1669-E773-521A-B9FC-51F6FA444568}"/>
                  </a:ext>
                </a:extLst>
              </p:cNvPr>
              <p:cNvSpPr/>
              <p:nvPr/>
            </p:nvSpPr>
            <p:spPr>
              <a:xfrm>
                <a:off x="9580412" y="2749657"/>
                <a:ext cx="1154429" cy="70985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F6DC6E1-C5DB-CE10-3CA2-5DE3EFA976A7}"/>
                  </a:ext>
                </a:extLst>
              </p:cNvPr>
              <p:cNvSpPr/>
              <p:nvPr/>
            </p:nvSpPr>
            <p:spPr>
              <a:xfrm>
                <a:off x="9620250" y="2778233"/>
                <a:ext cx="1152213" cy="71437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4AE72D9-327A-3F89-1D8E-C0622CC763C5}"/>
                  </a:ext>
                </a:extLst>
              </p:cNvPr>
              <p:cNvSpPr/>
              <p:nvPr/>
            </p:nvSpPr>
            <p:spPr>
              <a:xfrm>
                <a:off x="9659946" y="2812523"/>
                <a:ext cx="1152213" cy="7143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D5E661B-C415-9A1D-B744-12C055416EBC}"/>
                  </a:ext>
                </a:extLst>
              </p:cNvPr>
              <p:cNvSpPr/>
              <p:nvPr/>
            </p:nvSpPr>
            <p:spPr>
              <a:xfrm>
                <a:off x="9705428" y="2842999"/>
                <a:ext cx="1146427" cy="7143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Layer(i+2)</a:t>
                </a:r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CC11159-57EB-B14B-A4BD-D9A47774D75F}"/>
                </a:ext>
              </a:extLst>
            </p:cNvPr>
            <p:cNvSpPr/>
            <p:nvPr/>
          </p:nvSpPr>
          <p:spPr>
            <a:xfrm>
              <a:off x="5433210" y="3034327"/>
              <a:ext cx="1164426" cy="714375"/>
            </a:xfrm>
            <a:prstGeom prst="rect">
              <a:avLst/>
            </a:prstGeom>
            <a:solidFill>
              <a:srgbClr val="5AF0F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D294261-FD51-1E6F-F108-415416B331BC}"/>
                </a:ext>
              </a:extLst>
            </p:cNvPr>
            <p:cNvSpPr/>
            <p:nvPr/>
          </p:nvSpPr>
          <p:spPr>
            <a:xfrm>
              <a:off x="5483216" y="3062903"/>
              <a:ext cx="1171575" cy="714375"/>
            </a:xfrm>
            <a:prstGeom prst="rect">
              <a:avLst/>
            </a:prstGeom>
            <a:solidFill>
              <a:srgbClr val="5AF0F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5F2D071-E261-FFE1-5BE8-E0DF5C94AE0B}"/>
                </a:ext>
              </a:extLst>
            </p:cNvPr>
            <p:cNvSpPr/>
            <p:nvPr/>
          </p:nvSpPr>
          <p:spPr>
            <a:xfrm>
              <a:off x="5524823" y="3091477"/>
              <a:ext cx="1187110" cy="685801"/>
            </a:xfrm>
            <a:prstGeom prst="rect">
              <a:avLst/>
            </a:prstGeom>
            <a:solidFill>
              <a:srgbClr val="5AF0F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ACF131C-9366-FD55-5D0F-8FE59A755317}"/>
                </a:ext>
              </a:extLst>
            </p:cNvPr>
            <p:cNvSpPr/>
            <p:nvPr/>
          </p:nvSpPr>
          <p:spPr>
            <a:xfrm>
              <a:off x="5574828" y="3120053"/>
              <a:ext cx="1187111" cy="714375"/>
            </a:xfrm>
            <a:prstGeom prst="rect">
              <a:avLst/>
            </a:prstGeom>
            <a:solidFill>
              <a:srgbClr val="5AF0F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8E42DC6-1F77-822E-B855-6854CB63AC31}"/>
                </a:ext>
              </a:extLst>
            </p:cNvPr>
            <p:cNvSpPr/>
            <p:nvPr/>
          </p:nvSpPr>
          <p:spPr>
            <a:xfrm>
              <a:off x="5616479" y="3153390"/>
              <a:ext cx="1202593" cy="714375"/>
            </a:xfrm>
            <a:prstGeom prst="rect">
              <a:avLst/>
            </a:prstGeom>
            <a:solidFill>
              <a:srgbClr val="5AF0F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9498475-D845-37F9-A95A-EAFA743B4080}"/>
                </a:ext>
              </a:extLst>
            </p:cNvPr>
            <p:cNvSpPr/>
            <p:nvPr/>
          </p:nvSpPr>
          <p:spPr>
            <a:xfrm>
              <a:off x="5666443" y="3191492"/>
              <a:ext cx="1202593" cy="714375"/>
            </a:xfrm>
            <a:prstGeom prst="rect">
              <a:avLst/>
            </a:prstGeom>
            <a:solidFill>
              <a:srgbClr val="5AF0F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Layer(</a:t>
              </a:r>
              <a:r>
                <a:rPr lang="en-US" altLang="ko-KR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54114FF-CCE0-F871-5BFE-3DE112D26613}"/>
                </a:ext>
              </a:extLst>
            </p:cNvPr>
            <p:cNvSpPr/>
            <p:nvPr/>
          </p:nvSpPr>
          <p:spPr>
            <a:xfrm>
              <a:off x="5300538" y="2361999"/>
              <a:ext cx="1574380" cy="46910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Residual Feature Flow</a:t>
              </a:r>
              <a:endPara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FEF3603-ADB8-12FF-9642-BFEADC21EEA6}"/>
                </a:ext>
              </a:extLst>
            </p:cNvPr>
            <p:cNvSpPr/>
            <p:nvPr/>
          </p:nvSpPr>
          <p:spPr>
            <a:xfrm>
              <a:off x="5157611" y="4118870"/>
              <a:ext cx="1905000" cy="46910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X:Conv feature maps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" name="그룹 10"/>
            <p:cNvGrpSpPr/>
            <p:nvPr/>
          </p:nvGrpSpPr>
          <p:grpSpPr>
            <a:xfrm>
              <a:off x="7237003" y="2822242"/>
              <a:ext cx="1245650" cy="1088068"/>
              <a:chOff x="7237003" y="2822242"/>
              <a:chExt cx="1245650" cy="1088068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EC49770C-7F8C-D77C-2C15-B9525B5D9F5C}"/>
                  </a:ext>
                </a:extLst>
              </p:cNvPr>
              <p:cNvSpPr/>
              <p:nvPr/>
            </p:nvSpPr>
            <p:spPr>
              <a:xfrm>
                <a:off x="7592805" y="3291183"/>
                <a:ext cx="396982" cy="48577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A09C57C-DBB0-0E09-46B5-E86C783697D2}"/>
                  </a:ext>
                </a:extLst>
              </p:cNvPr>
              <p:cNvSpPr/>
              <p:nvPr/>
            </p:nvSpPr>
            <p:spPr>
              <a:xfrm>
                <a:off x="7633521" y="3315949"/>
                <a:ext cx="404224" cy="48577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924D494A-D0AF-B401-CC50-02E6855CCC85}"/>
                  </a:ext>
                </a:extLst>
              </p:cNvPr>
              <p:cNvSpPr/>
              <p:nvPr/>
            </p:nvSpPr>
            <p:spPr>
              <a:xfrm>
                <a:off x="7674922" y="3340713"/>
                <a:ext cx="403850" cy="46634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45B052C-861B-32AC-C701-5006DA7346E0}"/>
                  </a:ext>
                </a:extLst>
              </p:cNvPr>
              <p:cNvSpPr/>
              <p:nvPr/>
            </p:nvSpPr>
            <p:spPr>
              <a:xfrm>
                <a:off x="7718315" y="3367383"/>
                <a:ext cx="404224" cy="48577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9578985-BD1D-0DBF-9B03-9559D8D5972A}"/>
                  </a:ext>
                </a:extLst>
              </p:cNvPr>
              <p:cNvSpPr/>
              <p:nvPr/>
            </p:nvSpPr>
            <p:spPr>
              <a:xfrm>
                <a:off x="7761604" y="3395959"/>
                <a:ext cx="400556" cy="48577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894D78AC-5332-E120-80EF-7FCEFE38BAA9}"/>
                  </a:ext>
                </a:extLst>
              </p:cNvPr>
              <p:cNvSpPr/>
              <p:nvPr/>
            </p:nvSpPr>
            <p:spPr>
              <a:xfrm>
                <a:off x="7804095" y="3424535"/>
                <a:ext cx="397979" cy="48577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935268FB-4BEA-ABAC-AA60-7DC927342B16}"/>
                  </a:ext>
                </a:extLst>
              </p:cNvPr>
              <p:cNvSpPr/>
              <p:nvPr/>
            </p:nvSpPr>
            <p:spPr>
              <a:xfrm>
                <a:off x="7237003" y="2822242"/>
                <a:ext cx="1245650" cy="3619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Layer i+1</a:t>
                </a:r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64C175C-B745-4AD5-C206-E574AA73ECF9}"/>
                </a:ext>
              </a:extLst>
            </p:cNvPr>
            <p:cNvSpPr/>
            <p:nvPr/>
          </p:nvSpPr>
          <p:spPr>
            <a:xfrm>
              <a:off x="6935195" y="4118870"/>
              <a:ext cx="2095501" cy="46910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Conv. feature map/2</a:t>
              </a:r>
              <a:endPara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3BB97BE-5B80-AB30-16F9-AF63418925DC}"/>
                </a:ext>
              </a:extLst>
            </p:cNvPr>
            <p:cNvSpPr/>
            <p:nvPr/>
          </p:nvSpPr>
          <p:spPr>
            <a:xfrm>
              <a:off x="9141422" y="4118870"/>
              <a:ext cx="2234305" cy="46910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F(X): Transpose Conv.</a:t>
              </a:r>
            </a:p>
            <a:p>
              <a:pPr algn="ctr"/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Feature Maps</a:t>
              </a:r>
              <a:endPara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3" name="Connector: Curved 82">
              <a:extLst>
                <a:ext uri="{FF2B5EF4-FFF2-40B4-BE49-F238E27FC236}">
                  <a16:creationId xmlns:a16="http://schemas.microsoft.com/office/drawing/2014/main" id="{1108487D-BB3F-19A3-D367-933404F17FC6}"/>
                </a:ext>
              </a:extLst>
            </p:cNvPr>
            <p:cNvCxnSpPr>
              <a:cxnSpLocks/>
              <a:stCxn id="47" idx="0"/>
              <a:endCxn id="29" idx="0"/>
            </p:cNvCxnSpPr>
            <p:nvPr/>
          </p:nvCxnSpPr>
          <p:spPr>
            <a:xfrm rot="16200000" flipH="1">
              <a:off x="7861502" y="1188248"/>
              <a:ext cx="158436" cy="3850595"/>
            </a:xfrm>
            <a:prstGeom prst="curvedConnector3">
              <a:avLst>
                <a:gd name="adj1" fmla="val -14428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7" name="그룹 6"/>
            <p:cNvGrpSpPr/>
            <p:nvPr/>
          </p:nvGrpSpPr>
          <p:grpSpPr>
            <a:xfrm>
              <a:off x="7994932" y="2223770"/>
              <a:ext cx="4006584" cy="469106"/>
              <a:chOff x="7589984" y="679417"/>
              <a:chExt cx="4006584" cy="469106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C6078EF6-9C60-E43B-AF27-89FD00CFBA2A}"/>
                  </a:ext>
                </a:extLst>
              </p:cNvPr>
              <p:cNvSpPr/>
              <p:nvPr/>
            </p:nvSpPr>
            <p:spPr>
              <a:xfrm>
                <a:off x="7589984" y="679417"/>
                <a:ext cx="4006584" cy="46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H(X)=F(X)    X : Concatenated Feature Map</a:t>
                </a:r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" name="Flowchart: Summing Junction 92">
                <a:extLst>
                  <a:ext uri="{FF2B5EF4-FFF2-40B4-BE49-F238E27FC236}">
                    <a16:creationId xmlns:a16="http://schemas.microsoft.com/office/drawing/2014/main" id="{268DF9FA-2AC1-35B7-126C-6A74C3D811B6}"/>
                  </a:ext>
                </a:extLst>
              </p:cNvPr>
              <p:cNvSpPr/>
              <p:nvPr/>
            </p:nvSpPr>
            <p:spPr>
              <a:xfrm>
                <a:off x="8776934" y="854053"/>
                <a:ext cx="127598" cy="149310"/>
              </a:xfrm>
              <a:prstGeom prst="flowChartSummingJunction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Right Brace 38">
              <a:extLst>
                <a:ext uri="{FF2B5EF4-FFF2-40B4-BE49-F238E27FC236}">
                  <a16:creationId xmlns:a16="http://schemas.microsoft.com/office/drawing/2014/main" id="{F25BD4B8-ED49-93DF-A36F-762DD382400C}"/>
                </a:ext>
              </a:extLst>
            </p:cNvPr>
            <p:cNvSpPr/>
            <p:nvPr/>
          </p:nvSpPr>
          <p:spPr>
            <a:xfrm rot="18558243">
              <a:off x="10069378" y="2684131"/>
              <a:ext cx="498546" cy="521962"/>
            </a:xfrm>
            <a:prstGeom prst="rightBrace">
              <a:avLst>
                <a:gd name="adj1" fmla="val 14966"/>
                <a:gd name="adj2" fmla="val 42703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07986F4-0607-F40D-1D3B-AFF0BD33D6E2}"/>
                </a:ext>
              </a:extLst>
            </p:cNvPr>
            <p:cNvCxnSpPr>
              <a:endCxn id="37" idx="2"/>
            </p:cNvCxnSpPr>
            <p:nvPr/>
          </p:nvCxnSpPr>
          <p:spPr>
            <a:xfrm flipV="1">
              <a:off x="9952698" y="4006192"/>
              <a:ext cx="236028" cy="1770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A9AA6D3-956B-173B-A143-7E17FB8C474F}"/>
                </a:ext>
              </a:extLst>
            </p:cNvPr>
            <p:cNvSpPr txBox="1"/>
            <p:nvPr/>
          </p:nvSpPr>
          <p:spPr>
            <a:xfrm>
              <a:off x="2275582" y="4591346"/>
              <a:ext cx="11480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B30448F-C9CA-1D4C-829E-5DF95FAA2BF3}"/>
                </a:ext>
              </a:extLst>
            </p:cNvPr>
            <p:cNvSpPr txBox="1"/>
            <p:nvPr/>
          </p:nvSpPr>
          <p:spPr>
            <a:xfrm>
              <a:off x="7610908" y="4591346"/>
              <a:ext cx="11480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0272211-1590-4A52-3F65-D84DF072DE63}"/>
                </a:ext>
              </a:extLst>
            </p:cNvPr>
            <p:cNvCxnSpPr/>
            <p:nvPr/>
          </p:nvCxnSpPr>
          <p:spPr>
            <a:xfrm>
              <a:off x="5078232" y="2133769"/>
              <a:ext cx="0" cy="2850981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4150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59C06F44-A3F5-64A4-420C-54DBDED5C0D1}"/>
              </a:ext>
            </a:extLst>
          </p:cNvPr>
          <p:cNvGrpSpPr/>
          <p:nvPr/>
        </p:nvGrpSpPr>
        <p:grpSpPr>
          <a:xfrm>
            <a:off x="589721" y="191820"/>
            <a:ext cx="7368209" cy="6486665"/>
            <a:chOff x="589721" y="191820"/>
            <a:chExt cx="7368209" cy="6486665"/>
          </a:xfrm>
        </p:grpSpPr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AB6A6254-790C-5CBA-2249-21E0C5224554}"/>
                </a:ext>
              </a:extLst>
            </p:cNvPr>
            <p:cNvSpPr/>
            <p:nvPr/>
          </p:nvSpPr>
          <p:spPr>
            <a:xfrm>
              <a:off x="589721" y="3444147"/>
              <a:ext cx="7368209" cy="3234338"/>
            </a:xfrm>
            <a:prstGeom prst="roundRect">
              <a:avLst>
                <a:gd name="adj" fmla="val 475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D23692B-A32F-798D-B617-3A516C8F1ADD}"/>
                </a:ext>
              </a:extLst>
            </p:cNvPr>
            <p:cNvGrpSpPr/>
            <p:nvPr/>
          </p:nvGrpSpPr>
          <p:grpSpPr>
            <a:xfrm>
              <a:off x="1743782" y="191820"/>
              <a:ext cx="5064539" cy="2880606"/>
              <a:chOff x="448368" y="2110850"/>
              <a:chExt cx="5064539" cy="2880606"/>
            </a:xfrm>
          </p:grpSpPr>
          <p:sp>
            <p:nvSpPr>
              <p:cNvPr id="17" name="Rectangle 60">
                <a:extLst>
                  <a:ext uri="{FF2B5EF4-FFF2-40B4-BE49-F238E27FC236}">
                    <a16:creationId xmlns:a16="http://schemas.microsoft.com/office/drawing/2014/main" id="{055F718F-DF07-4A47-DE27-077B9A536F61}"/>
                  </a:ext>
                </a:extLst>
              </p:cNvPr>
              <p:cNvSpPr/>
              <p:nvPr/>
            </p:nvSpPr>
            <p:spPr>
              <a:xfrm>
                <a:off x="448368" y="2110850"/>
                <a:ext cx="5064539" cy="2873900"/>
              </a:xfrm>
              <a:prstGeom prst="roundRect">
                <a:avLst>
                  <a:gd name="adj" fmla="val 4755"/>
                </a:avLst>
              </a:prstGeom>
              <a:solidFill>
                <a:schemeClr val="bg1"/>
              </a:solidFill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ADB5CD1-9118-BBA0-9C42-058A3DEF235D}"/>
                  </a:ext>
                </a:extLst>
              </p:cNvPr>
              <p:cNvGrpSpPr/>
              <p:nvPr/>
            </p:nvGrpSpPr>
            <p:grpSpPr>
              <a:xfrm>
                <a:off x="764555" y="2662929"/>
                <a:ext cx="4386324" cy="1659138"/>
                <a:chOff x="-10664" y="1051616"/>
                <a:chExt cx="4386324" cy="1659138"/>
              </a:xfrm>
            </p:grpSpPr>
            <p:sp>
              <p:nvSpPr>
                <p:cNvPr id="4" name="Flowchart: Alternate Process 3">
                  <a:extLst>
                    <a:ext uri="{FF2B5EF4-FFF2-40B4-BE49-F238E27FC236}">
                      <a16:creationId xmlns:a16="http://schemas.microsoft.com/office/drawing/2014/main" id="{CE0FDAAD-D443-3FD1-4858-F88751C78A76}"/>
                    </a:ext>
                  </a:extLst>
                </p:cNvPr>
                <p:cNvSpPr/>
                <p:nvPr/>
              </p:nvSpPr>
              <p:spPr>
                <a:xfrm rot="16200000">
                  <a:off x="27769" y="1569951"/>
                  <a:ext cx="1659137" cy="622470"/>
                </a:xfrm>
                <a:prstGeom prst="flowChartAlternateProcess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Weight Layer (</a:t>
                  </a:r>
                  <a:r>
                    <a:rPr lang="en-US" altLang="ko-KR" sz="16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ko-K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" name="Flowchart: Alternate Process 4">
                  <a:extLst>
                    <a:ext uri="{FF2B5EF4-FFF2-40B4-BE49-F238E27FC236}">
                      <a16:creationId xmlns:a16="http://schemas.microsoft.com/office/drawing/2014/main" id="{F92EDF2E-15F0-17EC-156E-6B3632BFDADC}"/>
                    </a:ext>
                  </a:extLst>
                </p:cNvPr>
                <p:cNvSpPr/>
                <p:nvPr/>
              </p:nvSpPr>
              <p:spPr>
                <a:xfrm rot="16200000">
                  <a:off x="1315359" y="1569949"/>
                  <a:ext cx="1659137" cy="622471"/>
                </a:xfrm>
                <a:prstGeom prst="flowChartAlternateProcess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Weight Layer (i+1)</a:t>
                  </a:r>
                  <a:endPara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DD06DD72-53CE-E30F-3E06-9C310863FF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4" y="1881186"/>
                  <a:ext cx="48991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1E7BFB2F-F169-CB8D-11E1-DE6E777B4B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01960" y="1881185"/>
                  <a:ext cx="596807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96B7A7FF-2577-56E8-2126-298603C602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98577" y="1881184"/>
                  <a:ext cx="406068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953745AB-D644-D87C-3946-CCEB80CBD0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71633" y="1879600"/>
                  <a:ext cx="904951" cy="158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0FF380CC-0CCA-31EA-B84E-3325551AA5B2}"/>
                    </a:ext>
                  </a:extLst>
                </p:cNvPr>
                <p:cNvSpPr/>
                <p:nvPr/>
              </p:nvSpPr>
              <p:spPr>
                <a:xfrm>
                  <a:off x="2738552" y="2142128"/>
                  <a:ext cx="1637108" cy="29127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H(X)=F(X)+X</a:t>
                  </a:r>
                  <a:endParaRPr lang="ko-KR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E9F989B-F78F-EAB5-E742-C262868513EC}"/>
                    </a:ext>
                  </a:extLst>
                </p:cNvPr>
                <p:cNvSpPr/>
                <p:nvPr/>
              </p:nvSpPr>
              <p:spPr>
                <a:xfrm>
                  <a:off x="3340937" y="1610852"/>
                  <a:ext cx="691786" cy="24528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  <a:endParaRPr lang="ko-KR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D400F621-A3EC-A839-1861-99C55A1A8180}"/>
                    </a:ext>
                  </a:extLst>
                </p:cNvPr>
                <p:cNvSpPr/>
                <p:nvPr/>
              </p:nvSpPr>
              <p:spPr>
                <a:xfrm>
                  <a:off x="1236242" y="2027273"/>
                  <a:ext cx="482796" cy="24528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F(X)</a:t>
                  </a:r>
                  <a:endParaRPr lang="ko-KR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5624814A-90FA-F37C-065A-D821CF5A9D67}"/>
                    </a:ext>
                  </a:extLst>
                </p:cNvPr>
                <p:cNvSpPr/>
                <p:nvPr/>
              </p:nvSpPr>
              <p:spPr>
                <a:xfrm>
                  <a:off x="1145552" y="1540648"/>
                  <a:ext cx="691786" cy="24528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  <a:endParaRPr lang="ko-KR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B4D59C4-05DF-E9ED-45D7-3F061A8CE09E}"/>
                    </a:ext>
                  </a:extLst>
                </p:cNvPr>
                <p:cNvSpPr/>
                <p:nvPr/>
              </p:nvSpPr>
              <p:spPr>
                <a:xfrm>
                  <a:off x="-10664" y="1553754"/>
                  <a:ext cx="482796" cy="24528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endParaRPr lang="ko-KR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5" name="Connector: Curved 14">
                  <a:extLst>
                    <a:ext uri="{FF2B5EF4-FFF2-40B4-BE49-F238E27FC236}">
                      <a16:creationId xmlns:a16="http://schemas.microsoft.com/office/drawing/2014/main" id="{C1776238-63D7-83D8-7E86-63D3435D788A}"/>
                    </a:ext>
                  </a:extLst>
                </p:cNvPr>
                <p:cNvCxnSpPr>
                  <a:cxnSpLocks/>
                  <a:stCxn id="14" idx="0"/>
                  <a:endCxn id="16" idx="0"/>
                </p:cNvCxnSpPr>
                <p:nvPr/>
              </p:nvCxnSpPr>
              <p:spPr>
                <a:xfrm rot="16200000" flipH="1">
                  <a:off x="1609653" y="174834"/>
                  <a:ext cx="157505" cy="2915344"/>
                </a:xfrm>
                <a:prstGeom prst="curvedConnector3">
                  <a:avLst>
                    <a:gd name="adj1" fmla="val -572651"/>
                  </a:avLst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" name="Flowchart: Or 15">
                  <a:extLst>
                    <a:ext uri="{FF2B5EF4-FFF2-40B4-BE49-F238E27FC236}">
                      <a16:creationId xmlns:a16="http://schemas.microsoft.com/office/drawing/2014/main" id="{C76E5F2F-1C05-E0BF-A109-CE5A047CA2F4}"/>
                    </a:ext>
                  </a:extLst>
                </p:cNvPr>
                <p:cNvSpPr/>
                <p:nvPr/>
              </p:nvSpPr>
              <p:spPr>
                <a:xfrm>
                  <a:off x="2965594" y="1711259"/>
                  <a:ext cx="360968" cy="335064"/>
                </a:xfrm>
                <a:prstGeom prst="flowChartOr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A9CF4D8-986C-7BE3-C9F0-38943BAF5C96}"/>
                  </a:ext>
                </a:extLst>
              </p:cNvPr>
              <p:cNvSpPr txBox="1"/>
              <p:nvPr/>
            </p:nvSpPr>
            <p:spPr>
              <a:xfrm>
                <a:off x="2275582" y="4591346"/>
                <a:ext cx="11480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DE73113-A5F7-6F01-1C3B-0A31990988CF}"/>
                </a:ext>
              </a:extLst>
            </p:cNvPr>
            <p:cNvGrpSpPr/>
            <p:nvPr/>
          </p:nvGrpSpPr>
          <p:grpSpPr>
            <a:xfrm>
              <a:off x="863907" y="3746761"/>
              <a:ext cx="6843905" cy="2767686"/>
              <a:chOff x="5157611" y="2223770"/>
              <a:chExt cx="6843905" cy="2767686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3E39635D-D394-913C-2605-2D4458707F1F}"/>
                  </a:ext>
                </a:extLst>
              </p:cNvPr>
              <p:cNvGrpSpPr/>
              <p:nvPr/>
            </p:nvGrpSpPr>
            <p:grpSpPr>
              <a:xfrm>
                <a:off x="9151882" y="2975593"/>
                <a:ext cx="1610057" cy="1030599"/>
                <a:chOff x="9241798" y="2526775"/>
                <a:chExt cx="1610057" cy="1030599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8471622-B23E-F228-EDE3-87418295AFA5}"/>
                    </a:ext>
                  </a:extLst>
                </p:cNvPr>
                <p:cNvSpPr/>
                <p:nvPr/>
              </p:nvSpPr>
              <p:spPr>
                <a:xfrm>
                  <a:off x="9241798" y="2526775"/>
                  <a:ext cx="1171575" cy="714375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EB9D0994-E2BF-73C6-6582-1A204F90BC37}"/>
                    </a:ext>
                  </a:extLst>
                </p:cNvPr>
                <p:cNvSpPr/>
                <p:nvPr/>
              </p:nvSpPr>
              <p:spPr>
                <a:xfrm>
                  <a:off x="9283710" y="2555351"/>
                  <a:ext cx="1171575" cy="714375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ED8A057-04B9-5160-035F-9DBD0A0B253D}"/>
                    </a:ext>
                  </a:extLst>
                </p:cNvPr>
                <p:cNvSpPr/>
                <p:nvPr/>
              </p:nvSpPr>
              <p:spPr>
                <a:xfrm>
                  <a:off x="9326473" y="2583925"/>
                  <a:ext cx="1172625" cy="704845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36889BAF-1FEE-9581-89FA-845D1EB9CF17}"/>
                    </a:ext>
                  </a:extLst>
                </p:cNvPr>
                <p:cNvSpPr/>
                <p:nvPr/>
              </p:nvSpPr>
              <p:spPr>
                <a:xfrm>
                  <a:off x="9374193" y="2610595"/>
                  <a:ext cx="1163482" cy="704845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7153464B-4AAD-1F85-0B9B-26A074766251}"/>
                    </a:ext>
                  </a:extLst>
                </p:cNvPr>
                <p:cNvSpPr/>
                <p:nvPr/>
              </p:nvSpPr>
              <p:spPr>
                <a:xfrm>
                  <a:off x="9420225" y="2637267"/>
                  <a:ext cx="1158240" cy="704844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B84E2B99-33F7-49E2-2B17-8C9B9E33D559}"/>
                    </a:ext>
                  </a:extLst>
                </p:cNvPr>
                <p:cNvSpPr/>
                <p:nvPr/>
              </p:nvSpPr>
              <p:spPr>
                <a:xfrm>
                  <a:off x="9463494" y="2663938"/>
                  <a:ext cx="1158240" cy="697224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8ABB3BBF-85A1-D2D7-A8BE-2A9C54426A55}"/>
                    </a:ext>
                  </a:extLst>
                </p:cNvPr>
                <p:cNvSpPr/>
                <p:nvPr/>
              </p:nvSpPr>
              <p:spPr>
                <a:xfrm>
                  <a:off x="9504688" y="2690602"/>
                  <a:ext cx="1158240" cy="714375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F093216-3312-78EA-83E7-59A125F201D6}"/>
                    </a:ext>
                  </a:extLst>
                </p:cNvPr>
                <p:cNvSpPr/>
                <p:nvPr/>
              </p:nvSpPr>
              <p:spPr>
                <a:xfrm>
                  <a:off x="9542790" y="2719178"/>
                  <a:ext cx="1158240" cy="714375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28AF9FD1-DAFE-CB44-CFCC-D0CE07867988}"/>
                    </a:ext>
                  </a:extLst>
                </p:cNvPr>
                <p:cNvSpPr/>
                <p:nvPr/>
              </p:nvSpPr>
              <p:spPr>
                <a:xfrm>
                  <a:off x="9580412" y="2749657"/>
                  <a:ext cx="1154429" cy="709855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C9525F89-EE59-D696-F537-967F1AEE3EE1}"/>
                    </a:ext>
                  </a:extLst>
                </p:cNvPr>
                <p:cNvSpPr/>
                <p:nvPr/>
              </p:nvSpPr>
              <p:spPr>
                <a:xfrm>
                  <a:off x="9620250" y="2778233"/>
                  <a:ext cx="1152213" cy="71437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5A0CC717-80F2-957C-794A-D0B05D192966}"/>
                    </a:ext>
                  </a:extLst>
                </p:cNvPr>
                <p:cNvSpPr/>
                <p:nvPr/>
              </p:nvSpPr>
              <p:spPr>
                <a:xfrm>
                  <a:off x="9659946" y="2812523"/>
                  <a:ext cx="1152213" cy="714375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F72AF238-6A14-4DEE-1AA5-04851038D267}"/>
                    </a:ext>
                  </a:extLst>
                </p:cNvPr>
                <p:cNvSpPr/>
                <p:nvPr/>
              </p:nvSpPr>
              <p:spPr>
                <a:xfrm>
                  <a:off x="9705428" y="2842999"/>
                  <a:ext cx="1146427" cy="714375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Layer(i+2)</a:t>
                  </a:r>
                  <a:endPara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E857668-F726-E348-F6D9-577D5D5B0E8A}"/>
                  </a:ext>
                </a:extLst>
              </p:cNvPr>
              <p:cNvSpPr/>
              <p:nvPr/>
            </p:nvSpPr>
            <p:spPr>
              <a:xfrm>
                <a:off x="5433210" y="3034327"/>
                <a:ext cx="1164426" cy="714375"/>
              </a:xfrm>
              <a:prstGeom prst="rect">
                <a:avLst/>
              </a:prstGeom>
              <a:solidFill>
                <a:srgbClr val="5AF0F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0DB4459-994E-EA33-AE00-94D637E5A461}"/>
                  </a:ext>
                </a:extLst>
              </p:cNvPr>
              <p:cNvSpPr/>
              <p:nvPr/>
            </p:nvSpPr>
            <p:spPr>
              <a:xfrm>
                <a:off x="5483216" y="3062903"/>
                <a:ext cx="1171575" cy="714375"/>
              </a:xfrm>
              <a:prstGeom prst="rect">
                <a:avLst/>
              </a:prstGeom>
              <a:solidFill>
                <a:srgbClr val="5AF0F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B9D94E1-B342-0C13-8579-8240F66A6010}"/>
                  </a:ext>
                </a:extLst>
              </p:cNvPr>
              <p:cNvSpPr/>
              <p:nvPr/>
            </p:nvSpPr>
            <p:spPr>
              <a:xfrm>
                <a:off x="5524823" y="3091477"/>
                <a:ext cx="1187110" cy="685801"/>
              </a:xfrm>
              <a:prstGeom prst="rect">
                <a:avLst/>
              </a:prstGeom>
              <a:solidFill>
                <a:srgbClr val="5AF0F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FD1A874-73AE-D44E-6205-312E245FA42A}"/>
                  </a:ext>
                </a:extLst>
              </p:cNvPr>
              <p:cNvSpPr/>
              <p:nvPr/>
            </p:nvSpPr>
            <p:spPr>
              <a:xfrm>
                <a:off x="5574828" y="3120053"/>
                <a:ext cx="1187111" cy="714375"/>
              </a:xfrm>
              <a:prstGeom prst="rect">
                <a:avLst/>
              </a:prstGeom>
              <a:solidFill>
                <a:srgbClr val="5AF0F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C9B4E00-ED5F-C7F0-1080-60AC2A7AD866}"/>
                  </a:ext>
                </a:extLst>
              </p:cNvPr>
              <p:cNvSpPr/>
              <p:nvPr/>
            </p:nvSpPr>
            <p:spPr>
              <a:xfrm>
                <a:off x="5616479" y="3153390"/>
                <a:ext cx="1202593" cy="714375"/>
              </a:xfrm>
              <a:prstGeom prst="rect">
                <a:avLst/>
              </a:prstGeom>
              <a:solidFill>
                <a:srgbClr val="5AF0F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E4C02AA-81CA-C913-7E7A-DE167B9A8ECC}"/>
                  </a:ext>
                </a:extLst>
              </p:cNvPr>
              <p:cNvSpPr/>
              <p:nvPr/>
            </p:nvSpPr>
            <p:spPr>
              <a:xfrm>
                <a:off x="5666443" y="3191492"/>
                <a:ext cx="1202593" cy="714375"/>
              </a:xfrm>
              <a:prstGeom prst="rect">
                <a:avLst/>
              </a:prstGeom>
              <a:solidFill>
                <a:srgbClr val="5AF0F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Layer(</a:t>
                </a: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862EBB0-BA8B-1DBD-79EB-785D81A0AB15}"/>
                  </a:ext>
                </a:extLst>
              </p:cNvPr>
              <p:cNvSpPr/>
              <p:nvPr/>
            </p:nvSpPr>
            <p:spPr>
              <a:xfrm>
                <a:off x="5300538" y="2361999"/>
                <a:ext cx="1574380" cy="46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Residual Feature Flow</a:t>
                </a:r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77B3DB3-AE99-B03A-FFF6-2E8C890DF59F}"/>
                  </a:ext>
                </a:extLst>
              </p:cNvPr>
              <p:cNvSpPr/>
              <p:nvPr/>
            </p:nvSpPr>
            <p:spPr>
              <a:xfrm>
                <a:off x="5157611" y="4118870"/>
                <a:ext cx="1905000" cy="46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X:Conv feature maps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1" name="그룹 10">
                <a:extLst>
                  <a:ext uri="{FF2B5EF4-FFF2-40B4-BE49-F238E27FC236}">
                    <a16:creationId xmlns:a16="http://schemas.microsoft.com/office/drawing/2014/main" id="{41E2B24B-A826-60C4-7C1D-5681B295422E}"/>
                  </a:ext>
                </a:extLst>
              </p:cNvPr>
              <p:cNvGrpSpPr/>
              <p:nvPr/>
            </p:nvGrpSpPr>
            <p:grpSpPr>
              <a:xfrm>
                <a:off x="7237003" y="2822242"/>
                <a:ext cx="1245650" cy="1088068"/>
                <a:chOff x="7237003" y="2822242"/>
                <a:chExt cx="1245650" cy="1088068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2623361E-B6CE-80E4-A846-BFAE47CD928A}"/>
                    </a:ext>
                  </a:extLst>
                </p:cNvPr>
                <p:cNvSpPr/>
                <p:nvPr/>
              </p:nvSpPr>
              <p:spPr>
                <a:xfrm>
                  <a:off x="7592805" y="3291183"/>
                  <a:ext cx="396982" cy="485775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9707DDFC-6A4E-D172-7584-CD8E9A07874C}"/>
                    </a:ext>
                  </a:extLst>
                </p:cNvPr>
                <p:cNvSpPr/>
                <p:nvPr/>
              </p:nvSpPr>
              <p:spPr>
                <a:xfrm>
                  <a:off x="7633521" y="3315949"/>
                  <a:ext cx="404224" cy="485775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04AE4712-3340-785D-6A05-9E1D3E3944BB}"/>
                    </a:ext>
                  </a:extLst>
                </p:cNvPr>
                <p:cNvSpPr/>
                <p:nvPr/>
              </p:nvSpPr>
              <p:spPr>
                <a:xfrm>
                  <a:off x="7674922" y="3340713"/>
                  <a:ext cx="403850" cy="466345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6FBA583A-D7CF-8E4A-19D2-3E049769480D}"/>
                    </a:ext>
                  </a:extLst>
                </p:cNvPr>
                <p:cNvSpPr/>
                <p:nvPr/>
              </p:nvSpPr>
              <p:spPr>
                <a:xfrm>
                  <a:off x="7718315" y="3367383"/>
                  <a:ext cx="404224" cy="485775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99500390-7F5C-CBEC-F919-8FC9134F1427}"/>
                    </a:ext>
                  </a:extLst>
                </p:cNvPr>
                <p:cNvSpPr/>
                <p:nvPr/>
              </p:nvSpPr>
              <p:spPr>
                <a:xfrm>
                  <a:off x="7761604" y="3395959"/>
                  <a:ext cx="400556" cy="485775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82BAB1EB-ADA5-62F8-88A9-2EF4799B2242}"/>
                    </a:ext>
                  </a:extLst>
                </p:cNvPr>
                <p:cNvSpPr/>
                <p:nvPr/>
              </p:nvSpPr>
              <p:spPr>
                <a:xfrm>
                  <a:off x="7804095" y="3424535"/>
                  <a:ext cx="397979" cy="485775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212B3F90-0DB5-11E6-84B6-4B83AFB26936}"/>
                    </a:ext>
                  </a:extLst>
                </p:cNvPr>
                <p:cNvSpPr/>
                <p:nvPr/>
              </p:nvSpPr>
              <p:spPr>
                <a:xfrm>
                  <a:off x="7237003" y="2822242"/>
                  <a:ext cx="124565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Layer i+1</a:t>
                  </a:r>
                  <a:endPara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C9314B1-20C0-C9C9-6FC6-4511BE66DC9F}"/>
                  </a:ext>
                </a:extLst>
              </p:cNvPr>
              <p:cNvSpPr/>
              <p:nvPr/>
            </p:nvSpPr>
            <p:spPr>
              <a:xfrm>
                <a:off x="6935195" y="4118870"/>
                <a:ext cx="2095501" cy="46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Conv. feature map/2</a:t>
                </a:r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BF0427D1-607D-E071-DEA0-1A3F28B71813}"/>
                  </a:ext>
                </a:extLst>
              </p:cNvPr>
              <p:cNvSpPr/>
              <p:nvPr/>
            </p:nvSpPr>
            <p:spPr>
              <a:xfrm>
                <a:off x="9141422" y="4118870"/>
                <a:ext cx="2234305" cy="46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F(X): Transpose Conv.</a:t>
                </a:r>
              </a:p>
              <a:p>
                <a:pPr algn="ctr"/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Feature Maps</a:t>
                </a:r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1" name="Connector: Curved 50">
                <a:extLst>
                  <a:ext uri="{FF2B5EF4-FFF2-40B4-BE49-F238E27FC236}">
                    <a16:creationId xmlns:a16="http://schemas.microsoft.com/office/drawing/2014/main" id="{4FF34A4C-0505-1E6D-E24F-BB39CB07AA1C}"/>
                  </a:ext>
                </a:extLst>
              </p:cNvPr>
              <p:cNvCxnSpPr>
                <a:cxnSpLocks/>
                <a:stCxn id="33" idx="0"/>
                <a:endCxn id="24" idx="0"/>
              </p:cNvCxnSpPr>
              <p:nvPr/>
            </p:nvCxnSpPr>
            <p:spPr>
              <a:xfrm rot="16200000" flipH="1">
                <a:off x="7861502" y="1188248"/>
                <a:ext cx="158436" cy="3850595"/>
              </a:xfrm>
              <a:prstGeom prst="curvedConnector3">
                <a:avLst>
                  <a:gd name="adj1" fmla="val -144285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52" name="그룹 6">
                <a:extLst>
                  <a:ext uri="{FF2B5EF4-FFF2-40B4-BE49-F238E27FC236}">
                    <a16:creationId xmlns:a16="http://schemas.microsoft.com/office/drawing/2014/main" id="{2E32FBE8-5299-DBC4-CC7D-450BE1B3CA85}"/>
                  </a:ext>
                </a:extLst>
              </p:cNvPr>
              <p:cNvGrpSpPr/>
              <p:nvPr/>
            </p:nvGrpSpPr>
            <p:grpSpPr>
              <a:xfrm>
                <a:off x="7994932" y="2223770"/>
                <a:ext cx="4006584" cy="469106"/>
                <a:chOff x="7589984" y="679417"/>
                <a:chExt cx="4006584" cy="469106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8E96F639-EF87-50A0-39C1-0AD53462AA8E}"/>
                    </a:ext>
                  </a:extLst>
                </p:cNvPr>
                <p:cNvSpPr/>
                <p:nvPr/>
              </p:nvSpPr>
              <p:spPr>
                <a:xfrm>
                  <a:off x="7589984" y="679417"/>
                  <a:ext cx="4006584" cy="46910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H(X)=F(X)    X : Concatenated Feature Map</a:t>
                  </a:r>
                  <a:endPara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Flowchart: Summing Junction 53">
                  <a:extLst>
                    <a:ext uri="{FF2B5EF4-FFF2-40B4-BE49-F238E27FC236}">
                      <a16:creationId xmlns:a16="http://schemas.microsoft.com/office/drawing/2014/main" id="{0F09E317-BF51-441C-FCAC-73495E2F733F}"/>
                    </a:ext>
                  </a:extLst>
                </p:cNvPr>
                <p:cNvSpPr/>
                <p:nvPr/>
              </p:nvSpPr>
              <p:spPr>
                <a:xfrm>
                  <a:off x="8776934" y="854053"/>
                  <a:ext cx="127598" cy="149310"/>
                </a:xfrm>
                <a:prstGeom prst="flowChartSummingJunction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5" name="Right Brace 54">
                <a:extLst>
                  <a:ext uri="{FF2B5EF4-FFF2-40B4-BE49-F238E27FC236}">
                    <a16:creationId xmlns:a16="http://schemas.microsoft.com/office/drawing/2014/main" id="{2A523281-8E5A-9BF2-0D01-312CB07A8731}"/>
                  </a:ext>
                </a:extLst>
              </p:cNvPr>
              <p:cNvSpPr/>
              <p:nvPr/>
            </p:nvSpPr>
            <p:spPr>
              <a:xfrm rot="18558243">
                <a:off x="10069378" y="2684131"/>
                <a:ext cx="498546" cy="521962"/>
              </a:xfrm>
              <a:prstGeom prst="rightBrace">
                <a:avLst>
                  <a:gd name="adj1" fmla="val 14966"/>
                  <a:gd name="adj2" fmla="val 42703"/>
                </a:avLst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B5D1766C-2D38-152C-333C-199FAE66223A}"/>
                  </a:ext>
                </a:extLst>
              </p:cNvPr>
              <p:cNvCxnSpPr>
                <a:endCxn id="32" idx="2"/>
              </p:cNvCxnSpPr>
              <p:nvPr/>
            </p:nvCxnSpPr>
            <p:spPr>
              <a:xfrm flipV="1">
                <a:off x="9952698" y="4006192"/>
                <a:ext cx="236028" cy="17709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9DCA083-4C67-78CC-B659-B2D2A8490046}"/>
                  </a:ext>
                </a:extLst>
              </p:cNvPr>
              <p:cNvSpPr txBox="1"/>
              <p:nvPr/>
            </p:nvSpPr>
            <p:spPr>
              <a:xfrm>
                <a:off x="7610908" y="4591346"/>
                <a:ext cx="11480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62534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864</Words>
  <Application>Microsoft Office PowerPoint</Application>
  <PresentationFormat>Widescreen</PresentationFormat>
  <Paragraphs>184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Hamza Zia</dc:creator>
  <cp:lastModifiedBy>SAREER ULAMIN</cp:lastModifiedBy>
  <cp:revision>14</cp:revision>
  <dcterms:created xsi:type="dcterms:W3CDTF">2023-08-09T13:12:47Z</dcterms:created>
  <dcterms:modified xsi:type="dcterms:W3CDTF">2023-11-15T20:58:13Z</dcterms:modified>
</cp:coreProperties>
</file>