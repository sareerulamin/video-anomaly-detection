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130" y="14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4940-0FC4-86B4-05D7-BD9C40E76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EF287-108F-414D-4CB5-9F2D6767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9EED0-2118-A56C-6C59-B398ED3F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F3A19-844A-2214-4D27-F57D583C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92BB0-1339-F39F-F60A-F744322A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4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27D5-7A19-620C-339A-4D1A8972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F801-BDEC-D14B-1EEC-A289F5C27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79BCF-AF05-97BB-7232-A5F3BC5C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4D214-BF50-FB2D-AE02-FD867E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4CF89-6030-5A7F-252B-CA62160BC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442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82E05-164A-298C-1B41-ABCFBBD71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9A6F3-6196-7EBC-0D8C-ADBD65BC3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7605-515E-EBE0-BA61-3578EA1B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B9A6D-0D9C-1A5B-3629-7C91887E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A375D-B693-5668-8266-524379F0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52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3D74-946F-87BA-2A59-0EF75B4C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CCE47-E01B-3305-559A-45327D961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0C392-E53A-639A-42D1-C70A56F5D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EBAA7-6EEF-C7A2-974F-EBC422FF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6137D-0FFE-1B34-03AF-CBCA6281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B2DA9-079B-C6D5-D8DD-D1D94BF2A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1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FEEB-09A9-59B4-3B6B-2A2017A1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AACBC-6453-424E-6100-3FD05D263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CBA48-0417-485C-A5DA-66538DC4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566F7-EE75-FEE2-ECBF-7FCD59BBC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EADFE-ACE9-7D0A-8E17-516975584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A4CB-E775-043D-6E60-3E6BBB8D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708E83-F378-C9A4-48F1-CC7F44E1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6705F-8483-AF00-B2C6-36030DE7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0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0E96C-4AD4-5B01-BF69-6AF604235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E9474-ED0A-722C-DE79-CB4B6AAD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A6122-A59B-B4DC-CEC8-CF0918B3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888CC-1959-EACD-1CAF-315D860E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5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3E855-3F20-B4D3-90E8-0286996FD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3A997-C67D-9043-BD2F-1CE91262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2BCD8-2CD8-7D46-FE17-22E6766B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44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037A-702D-DD94-83BA-8626239E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2DBF-13E3-C7D5-D877-7F02A4913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68971-CCD1-D0B7-C506-34D818E36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AA40B-F7D7-54A0-29B7-6C59790B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B6042-1772-0F09-8A0D-507FECF99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00DC8-4E68-EA3C-B2CD-91845C00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0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0A46-B96F-9B76-CFD5-D0884BC1E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CC1C2-62E8-BE61-0C8E-B6C0A102B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AD868-A01D-5F9B-623B-3D8C34B72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094E2-8353-C1E7-BD6D-E66957DF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82663-EAA7-367A-5F24-012B161D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BD5B8-E428-5BE1-58B9-5CFEACA7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91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AE41-0DC5-6FDC-38C2-DDFA4F1D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0C1501-E2B0-30CF-8BE5-766B1EF1F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0CA17-1FBA-5064-D63C-6F5636A0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51611-EDAA-E7F5-6878-49B3B22B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C3C58-5A41-8EE2-5B2B-693B0163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13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2F448-7F45-EB7F-F316-757080851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F665A-4440-40C3-291B-D05268067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EE1A0-3CB5-2363-6FF5-EFB3E6D2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03FF9-5EB9-FE8A-3083-16BA705E6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14478-046D-94BD-02D4-923FD6E4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1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68A98-C7F7-C5A2-2D6E-80297AE6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47787-DC0D-4599-A4B7-A06020D4D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8EA8B-09F6-D427-71A8-B0886E95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4ACA3-D681-4469-A4CB-D45CB7F535DD}" type="datetimeFigureOut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7BB7C-4C68-872C-8FDC-B4C2D48BBF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A6BC2-B2F2-B9F9-D9D4-A03701E3F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C3B51-28E3-415E-801A-C181B1F7D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2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A51CBFD-0949-CF04-10BA-A215E023BF11}"/>
              </a:ext>
            </a:extLst>
          </p:cNvPr>
          <p:cNvGrpSpPr/>
          <p:nvPr/>
        </p:nvGrpSpPr>
        <p:grpSpPr>
          <a:xfrm>
            <a:off x="-1815152" y="368490"/>
            <a:ext cx="12910782" cy="4319516"/>
            <a:chOff x="-1815152" y="368490"/>
            <a:chExt cx="12910782" cy="431951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EE36F1-33A7-BE8F-6EA2-4E306D5E79D9}"/>
                </a:ext>
              </a:extLst>
            </p:cNvPr>
            <p:cNvSpPr/>
            <p:nvPr/>
          </p:nvSpPr>
          <p:spPr>
            <a:xfrm>
              <a:off x="-1815152" y="368490"/>
              <a:ext cx="12910782" cy="431951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A graph of a positive rate&#10;&#10;Description automatically generated">
              <a:extLst>
                <a:ext uri="{FF2B5EF4-FFF2-40B4-BE49-F238E27FC236}">
                  <a16:creationId xmlns:a16="http://schemas.microsoft.com/office/drawing/2014/main" id="{2996977E-14CE-865D-0894-11B24C1498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23" t="10448" r="13090" b="4239"/>
            <a:stretch/>
          </p:blipFill>
          <p:spPr>
            <a:xfrm>
              <a:off x="-1683251" y="436727"/>
              <a:ext cx="4210334" cy="3657600"/>
            </a:xfrm>
            <a:prstGeom prst="rect">
              <a:avLst/>
            </a:prstGeom>
          </p:spPr>
        </p:pic>
        <p:pic>
          <p:nvPicPr>
            <p:cNvPr id="5" name="Picture 4" descr="A graph of different colored lines&#10;&#10;Description automatically generated">
              <a:extLst>
                <a:ext uri="{FF2B5EF4-FFF2-40B4-BE49-F238E27FC236}">
                  <a16:creationId xmlns:a16="http://schemas.microsoft.com/office/drawing/2014/main" id="{1FC7F981-0178-16E9-109A-0BF6DC538C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9" t="10249" r="13113" b="4438"/>
            <a:stretch/>
          </p:blipFill>
          <p:spPr>
            <a:xfrm>
              <a:off x="6753395" y="436727"/>
              <a:ext cx="4210334" cy="3657600"/>
            </a:xfrm>
            <a:prstGeom prst="rect">
              <a:avLst/>
            </a:prstGeom>
          </p:spPr>
        </p:pic>
        <p:pic>
          <p:nvPicPr>
            <p:cNvPr id="7" name="Picture 6" descr="A graph of different colored lines&#10;&#10;Description automatically generated">
              <a:extLst>
                <a:ext uri="{FF2B5EF4-FFF2-40B4-BE49-F238E27FC236}">
                  <a16:creationId xmlns:a16="http://schemas.microsoft.com/office/drawing/2014/main" id="{A59D465C-1EB6-C3D3-4D54-8E15F072B2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69" t="10526" r="13143" b="4160"/>
            <a:stretch/>
          </p:blipFill>
          <p:spPr>
            <a:xfrm>
              <a:off x="2543061" y="436727"/>
              <a:ext cx="4210334" cy="3657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405699-7A65-9B7C-36D3-20AED1D8F188}"/>
                </a:ext>
              </a:extLst>
            </p:cNvPr>
            <p:cNvSpPr txBox="1"/>
            <p:nvPr/>
          </p:nvSpPr>
          <p:spPr>
            <a:xfrm>
              <a:off x="0" y="4278572"/>
              <a:ext cx="1214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(a)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50C1CA-8EFB-6200-EC18-1069DF3DF029}"/>
                </a:ext>
              </a:extLst>
            </p:cNvPr>
            <p:cNvSpPr txBox="1"/>
            <p:nvPr/>
          </p:nvSpPr>
          <p:spPr>
            <a:xfrm>
              <a:off x="4280854" y="4280844"/>
              <a:ext cx="1214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(b)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0BE692A-3C86-1757-070B-EB1CF2C0E65A}"/>
                </a:ext>
              </a:extLst>
            </p:cNvPr>
            <p:cNvSpPr txBox="1"/>
            <p:nvPr/>
          </p:nvSpPr>
          <p:spPr>
            <a:xfrm>
              <a:off x="8554890" y="4283116"/>
              <a:ext cx="1214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505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547F5DE-FE8A-2251-E7DD-674E7E403074}"/>
              </a:ext>
            </a:extLst>
          </p:cNvPr>
          <p:cNvGrpSpPr/>
          <p:nvPr/>
        </p:nvGrpSpPr>
        <p:grpSpPr>
          <a:xfrm>
            <a:off x="2627249" y="-2636519"/>
            <a:ext cx="5907151" cy="11323322"/>
            <a:chOff x="493649" y="-137159"/>
            <a:chExt cx="5907151" cy="1132332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B39C74-FAA4-0CAB-986E-03147C83D370}"/>
                </a:ext>
              </a:extLst>
            </p:cNvPr>
            <p:cNvSpPr/>
            <p:nvPr/>
          </p:nvSpPr>
          <p:spPr>
            <a:xfrm rot="16200000">
              <a:off x="-2089700" y="2695662"/>
              <a:ext cx="11323322" cy="565767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DB95A10-5B9D-85F2-D304-E1348AC7DC07}"/>
                </a:ext>
              </a:extLst>
            </p:cNvPr>
            <p:cNvGrpSpPr/>
            <p:nvPr/>
          </p:nvGrpSpPr>
          <p:grpSpPr>
            <a:xfrm>
              <a:off x="493649" y="67395"/>
              <a:ext cx="5707012" cy="3657600"/>
              <a:chOff x="-3179929" y="436727"/>
              <a:chExt cx="5707012" cy="3657600"/>
            </a:xfrm>
          </p:grpSpPr>
          <p:pic>
            <p:nvPicPr>
              <p:cNvPr id="2" name="Picture 1" descr="A graph of a positive rate&#10;&#10;Description automatically generated">
                <a:extLst>
                  <a:ext uri="{FF2B5EF4-FFF2-40B4-BE49-F238E27FC236}">
                    <a16:creationId xmlns:a16="http://schemas.microsoft.com/office/drawing/2014/main" id="{B4E3E143-F115-48C1-EEE6-3791BCCFE48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423" t="10448" r="13090" b="4239"/>
              <a:stretch/>
            </p:blipFill>
            <p:spPr>
              <a:xfrm>
                <a:off x="-1683251" y="436727"/>
                <a:ext cx="4210334" cy="3657600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3EC38A-D65B-1286-E3B4-3E42E5E2D5F2}"/>
                  </a:ext>
                </a:extLst>
              </p:cNvPr>
              <p:cNvSpPr txBox="1"/>
              <p:nvPr/>
            </p:nvSpPr>
            <p:spPr>
              <a:xfrm>
                <a:off x="-3179929" y="1896195"/>
                <a:ext cx="1214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(a)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F338AAC-63C0-ABA6-841B-9EA2E1A45670}"/>
                </a:ext>
              </a:extLst>
            </p:cNvPr>
            <p:cNvGrpSpPr/>
            <p:nvPr/>
          </p:nvGrpSpPr>
          <p:grpSpPr>
            <a:xfrm>
              <a:off x="493649" y="3739477"/>
              <a:ext cx="5707012" cy="3657600"/>
              <a:chOff x="1046383" y="436727"/>
              <a:chExt cx="5707012" cy="3657600"/>
            </a:xfrm>
          </p:grpSpPr>
          <p:pic>
            <p:nvPicPr>
              <p:cNvPr id="5" name="Picture 4" descr="A graph of different colored lines&#10;&#10;Description automatically generated">
                <a:extLst>
                  <a:ext uri="{FF2B5EF4-FFF2-40B4-BE49-F238E27FC236}">
                    <a16:creationId xmlns:a16="http://schemas.microsoft.com/office/drawing/2014/main" id="{9DEF7608-8856-67E6-82F4-7D35FDD6D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69" t="10526" r="13143" b="4160"/>
              <a:stretch/>
            </p:blipFill>
            <p:spPr>
              <a:xfrm>
                <a:off x="2543061" y="436727"/>
                <a:ext cx="4210334" cy="36576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9F8203-1F6D-4705-F92E-669380C9C18B}"/>
                  </a:ext>
                </a:extLst>
              </p:cNvPr>
              <p:cNvSpPr txBox="1"/>
              <p:nvPr/>
            </p:nvSpPr>
            <p:spPr>
              <a:xfrm>
                <a:off x="1046383" y="1742362"/>
                <a:ext cx="1214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(b)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CAB249-BF19-C086-12FB-92EC0D571E19}"/>
                </a:ext>
              </a:extLst>
            </p:cNvPr>
            <p:cNvGrpSpPr/>
            <p:nvPr/>
          </p:nvGrpSpPr>
          <p:grpSpPr>
            <a:xfrm>
              <a:off x="493649" y="7409288"/>
              <a:ext cx="5707012" cy="3657600"/>
              <a:chOff x="5256717" y="436727"/>
              <a:chExt cx="5707012" cy="3657600"/>
            </a:xfrm>
          </p:grpSpPr>
          <p:pic>
            <p:nvPicPr>
              <p:cNvPr id="8" name="Picture 7" descr="A graph of different colored lines&#10;&#10;Description automatically generated">
                <a:extLst>
                  <a:ext uri="{FF2B5EF4-FFF2-40B4-BE49-F238E27FC236}">
                    <a16:creationId xmlns:a16="http://schemas.microsoft.com/office/drawing/2014/main" id="{BDE8A5DE-8E00-6730-245D-43C6B5D6A8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99" t="10249" r="13113" b="4438"/>
              <a:stretch/>
            </p:blipFill>
            <p:spPr>
              <a:xfrm>
                <a:off x="6753395" y="436727"/>
                <a:ext cx="4210334" cy="36576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88F6FA-BBD1-2D8C-2B8C-A73648759212}"/>
                  </a:ext>
                </a:extLst>
              </p:cNvPr>
              <p:cNvSpPr txBox="1"/>
              <p:nvPr/>
            </p:nvSpPr>
            <p:spPr>
              <a:xfrm>
                <a:off x="5256717" y="1759715"/>
                <a:ext cx="1214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(c)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60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SAREER ULAMIN</dc:creator>
  <cp:lastModifiedBy>SAREER ULAMIN</cp:lastModifiedBy>
  <cp:revision>3</cp:revision>
  <dcterms:created xsi:type="dcterms:W3CDTF">2023-09-27T06:16:56Z</dcterms:created>
  <dcterms:modified xsi:type="dcterms:W3CDTF">2023-11-15T21:14:20Z</dcterms:modified>
</cp:coreProperties>
</file>